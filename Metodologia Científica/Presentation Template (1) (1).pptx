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7" name="PlaceHolder 1"/>
          <p:cNvSpPr>
            <a:spLocks noGrp="1"/>
          </p:cNvSpPr>
          <p:nvPr>
            <p:ph type="title"/>
          </p:nvPr>
        </p:nvSpPr>
        <p:spPr>
          <a:xfrm>
            <a:off x="311760" y="444960"/>
            <a:ext cx="8520120" cy="612720"/>
          </a:xfrm>
          <a:prstGeom prst="rect">
            <a:avLst/>
          </a:prstGeom>
          <a:noFill/>
          <a:ln w="0">
            <a:noFill/>
          </a:ln>
        </p:spPr>
        <p:txBody>
          <a:bodyPr lIns="0" rIns="0" tIns="0" bIns="0" anchor="ctr">
            <a:noAutofit/>
          </a:bodyPr>
          <a:p>
            <a:pPr indent="0">
              <a:buNone/>
            </a:pPr>
            <a:endParaRPr b="0" lang="pt-BR" sz="1400" spc="-1" strike="noStrike">
              <a:solidFill>
                <a:srgbClr val="000000"/>
              </a:solidFill>
              <a:latin typeface="Arial"/>
            </a:endParaRPr>
          </a:p>
        </p:txBody>
      </p:sp>
      <p:sp>
        <p:nvSpPr>
          <p:cNvPr id="8" name="PlaceHolder 2"/>
          <p:cNvSpPr>
            <a:spLocks noGrp="1"/>
          </p:cNvSpPr>
          <p:nvPr>
            <p:ph type="subTitle"/>
          </p:nvPr>
        </p:nvSpPr>
        <p:spPr>
          <a:xfrm>
            <a:off x="311760" y="1171440"/>
            <a:ext cx="8520120" cy="3396960"/>
          </a:xfrm>
          <a:prstGeom prst="rect">
            <a:avLst/>
          </a:prstGeom>
          <a:noFill/>
          <a:ln w="0">
            <a:noFill/>
          </a:ln>
        </p:spPr>
        <p:txBody>
          <a:bodyPr lIns="0" rIns="0" tIns="0" bIns="0" anchor="ctr">
            <a:noAutofit/>
          </a:bodyPr>
          <a:p>
            <a:pPr indent="0" algn="ctr">
              <a:buNone/>
            </a:pPr>
            <a:endParaRPr b="0" lang="pt-BR" sz="3200" spc="-1" strike="noStrike">
              <a:solidFill>
                <a:srgbClr val="ffffff"/>
              </a:solidFill>
              <a:latin typeface="Arial"/>
            </a:endParaRPr>
          </a:p>
        </p:txBody>
      </p:sp>
      <p:sp>
        <p:nvSpPr>
          <p:cNvPr id="4" name="PlaceHolder 3"/>
          <p:cNvSpPr>
            <a:spLocks noGrp="1"/>
          </p:cNvSpPr>
          <p:nvPr>
            <p:ph type="sldNum" idx="1"/>
          </p:nvPr>
        </p:nvSpPr>
        <p:spPr/>
        <p:txBody>
          <a:bodyPr/>
          <a:p>
            <a:fld id="{1D7D1E26-10F0-4BB5-A92C-CF082B929ABC}"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1FCAEC28-8892-4C9C-85AE-5609FB2741A1}"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D74E25F1-3CF0-4AE3-A862-725C8D9D18A9}"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933BC33A-16BE-46FE-AD4C-981BE6417BA7}"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24" name="PlaceHolder 1"/>
          <p:cNvSpPr>
            <a:spLocks noGrp="1"/>
          </p:cNvSpPr>
          <p:nvPr>
            <p:ph type="title"/>
          </p:nvPr>
        </p:nvSpPr>
        <p:spPr>
          <a:xfrm>
            <a:off x="311760" y="444960"/>
            <a:ext cx="8520120" cy="612720"/>
          </a:xfrm>
          <a:prstGeom prst="rect">
            <a:avLst/>
          </a:prstGeom>
          <a:noFill/>
          <a:ln w="0">
            <a:noFill/>
          </a:ln>
        </p:spPr>
        <p:txBody>
          <a:bodyPr lIns="0" rIns="0" tIns="0" bIns="0" anchor="ctr">
            <a:noAutofit/>
          </a:bodyPr>
          <a:p>
            <a:pPr indent="0">
              <a:buNone/>
            </a:pPr>
            <a:endParaRPr b="0" lang="pt-BR" sz="1400" spc="-1" strike="noStrike">
              <a:solidFill>
                <a:srgbClr val="000000"/>
              </a:solidFill>
              <a:latin typeface="Arial"/>
            </a:endParaRPr>
          </a:p>
        </p:txBody>
      </p:sp>
      <p:sp>
        <p:nvSpPr>
          <p:cNvPr id="25" name="PlaceHolder 2"/>
          <p:cNvSpPr>
            <a:spLocks noGrp="1"/>
          </p:cNvSpPr>
          <p:nvPr>
            <p:ph/>
          </p:nvPr>
        </p:nvSpPr>
        <p:spPr>
          <a:xfrm>
            <a:off x="311760" y="1171440"/>
            <a:ext cx="8520120" cy="3396960"/>
          </a:xfrm>
          <a:prstGeom prst="rect">
            <a:avLst/>
          </a:prstGeom>
          <a:noFill/>
          <a:ln w="0">
            <a:noFill/>
          </a:ln>
        </p:spPr>
        <p:txBody>
          <a:bodyPr lIns="0" rIns="0" tIns="0" bIns="0" anchor="t">
            <a:normAutofit/>
          </a:bodyPr>
          <a:p>
            <a:pPr indent="0">
              <a:spcBef>
                <a:spcPts val="1417"/>
              </a:spcBef>
              <a:buNone/>
            </a:pPr>
            <a:endParaRPr b="0" lang="pt-BR" sz="1400" spc="-1" strike="noStrike">
              <a:solidFill>
                <a:srgbClr val="000000"/>
              </a:solidFill>
              <a:latin typeface="Arial"/>
            </a:endParaRPr>
          </a:p>
        </p:txBody>
      </p:sp>
      <p:sp>
        <p:nvSpPr>
          <p:cNvPr id="4" name="PlaceHolder 3"/>
          <p:cNvSpPr>
            <a:spLocks noGrp="1"/>
          </p:cNvSpPr>
          <p:nvPr>
            <p:ph type="sldNum" idx="5"/>
          </p:nvPr>
        </p:nvSpPr>
        <p:spPr/>
        <p:txBody>
          <a:bodyPr/>
          <a:p>
            <a:fld id="{E2904D4A-749A-4A60-9DA3-36C16ED1287F}"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31" name="PlaceHolder 1"/>
          <p:cNvSpPr>
            <a:spLocks noGrp="1"/>
          </p:cNvSpPr>
          <p:nvPr>
            <p:ph type="title"/>
          </p:nvPr>
        </p:nvSpPr>
        <p:spPr>
          <a:xfrm>
            <a:off x="311760" y="444960"/>
            <a:ext cx="8520120" cy="612720"/>
          </a:xfrm>
          <a:prstGeom prst="rect">
            <a:avLst/>
          </a:prstGeom>
          <a:noFill/>
          <a:ln w="0">
            <a:noFill/>
          </a:ln>
        </p:spPr>
        <p:txBody>
          <a:bodyPr lIns="0" rIns="0" tIns="0" bIns="0" anchor="ctr">
            <a:noAutofit/>
          </a:bodyPr>
          <a:p>
            <a:pPr indent="0">
              <a:buNone/>
            </a:pPr>
            <a:endParaRPr b="0" lang="pt-BR" sz="1400" spc="-1" strike="noStrike">
              <a:solidFill>
                <a:srgbClr val="000000"/>
              </a:solidFill>
              <a:latin typeface="Arial"/>
            </a:endParaRPr>
          </a:p>
        </p:txBody>
      </p:sp>
      <p:sp>
        <p:nvSpPr>
          <p:cNvPr id="32" name="PlaceHolder 2"/>
          <p:cNvSpPr>
            <a:spLocks noGrp="1"/>
          </p:cNvSpPr>
          <p:nvPr>
            <p:ph/>
          </p:nvPr>
        </p:nvSpPr>
        <p:spPr>
          <a:xfrm>
            <a:off x="311760" y="1171440"/>
            <a:ext cx="4157640" cy="3396960"/>
          </a:xfrm>
          <a:prstGeom prst="rect">
            <a:avLst/>
          </a:prstGeom>
          <a:noFill/>
          <a:ln w="0">
            <a:noFill/>
          </a:ln>
        </p:spPr>
        <p:txBody>
          <a:bodyPr lIns="0" rIns="0" tIns="0" bIns="0" anchor="t">
            <a:normAutofit/>
          </a:bodyPr>
          <a:p>
            <a:pPr indent="0">
              <a:spcBef>
                <a:spcPts val="1417"/>
              </a:spcBef>
              <a:buNone/>
            </a:pPr>
            <a:endParaRPr b="0" lang="pt-BR" sz="1400" spc="-1" strike="noStrike">
              <a:solidFill>
                <a:srgbClr val="000000"/>
              </a:solidFill>
              <a:latin typeface="Arial"/>
            </a:endParaRPr>
          </a:p>
        </p:txBody>
      </p:sp>
      <p:sp>
        <p:nvSpPr>
          <p:cNvPr id="33" name="PlaceHolder 3"/>
          <p:cNvSpPr>
            <a:spLocks noGrp="1"/>
          </p:cNvSpPr>
          <p:nvPr>
            <p:ph/>
          </p:nvPr>
        </p:nvSpPr>
        <p:spPr>
          <a:xfrm>
            <a:off x="4677840" y="1171440"/>
            <a:ext cx="4157640" cy="3396960"/>
          </a:xfrm>
          <a:prstGeom prst="rect">
            <a:avLst/>
          </a:prstGeom>
          <a:noFill/>
          <a:ln w="0">
            <a:noFill/>
          </a:ln>
        </p:spPr>
        <p:txBody>
          <a:bodyPr lIns="0" rIns="0" tIns="0" bIns="0" anchor="t">
            <a:normAutofit/>
          </a:bodyPr>
          <a:p>
            <a:pPr indent="0">
              <a:spcBef>
                <a:spcPts val="1417"/>
              </a:spcBef>
              <a:buNone/>
            </a:pPr>
            <a:endParaRPr b="0" lang="pt-BR" sz="1400" spc="-1" strike="noStrike">
              <a:solidFill>
                <a:srgbClr val="000000"/>
              </a:solidFill>
              <a:latin typeface="Arial"/>
            </a:endParaRPr>
          </a:p>
        </p:txBody>
      </p:sp>
      <p:sp>
        <p:nvSpPr>
          <p:cNvPr id="5" name="PlaceHolder 4"/>
          <p:cNvSpPr>
            <a:spLocks noGrp="1"/>
          </p:cNvSpPr>
          <p:nvPr>
            <p:ph type="sldNum" idx="6"/>
          </p:nvPr>
        </p:nvSpPr>
        <p:spPr/>
        <p:txBody>
          <a:bodyPr/>
          <a:p>
            <a:fld id="{C418A8A2-7EBC-4B9C-B397-06E49A46545D}"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37" name="PlaceHolder 1"/>
          <p:cNvSpPr>
            <a:spLocks noGrp="1"/>
          </p:cNvSpPr>
          <p:nvPr>
            <p:ph type="title"/>
          </p:nvPr>
        </p:nvSpPr>
        <p:spPr>
          <a:xfrm>
            <a:off x="311760" y="444960"/>
            <a:ext cx="8520120" cy="612720"/>
          </a:xfrm>
          <a:prstGeom prst="rect">
            <a:avLst/>
          </a:prstGeom>
          <a:noFill/>
          <a:ln w="0">
            <a:noFill/>
          </a:ln>
        </p:spPr>
        <p:txBody>
          <a:bodyPr lIns="0" rIns="0" tIns="0" bIns="0" anchor="ctr">
            <a:noAutofit/>
          </a:bodyPr>
          <a:p>
            <a:pPr indent="0">
              <a:buNone/>
            </a:pPr>
            <a:endParaRPr b="0" lang="pt-BR" sz="1400" spc="-1" strike="noStrike">
              <a:solidFill>
                <a:srgbClr val="000000"/>
              </a:solidFill>
              <a:latin typeface="Arial"/>
            </a:endParaRPr>
          </a:p>
        </p:txBody>
      </p:sp>
      <p:sp>
        <p:nvSpPr>
          <p:cNvPr id="3" name="PlaceHolder 2"/>
          <p:cNvSpPr>
            <a:spLocks noGrp="1"/>
          </p:cNvSpPr>
          <p:nvPr>
            <p:ph type="sldNum" idx="7"/>
          </p:nvPr>
        </p:nvSpPr>
        <p:spPr/>
        <p:txBody>
          <a:bodyPr/>
          <a:p>
            <a:fld id="{D16CBC9D-CC4A-4496-9C8F-E9430463A8A1}"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
        <p:nvSpPr>
          <p:cNvPr id="2" name="PlaceHolder 1"/>
          <p:cNvSpPr>
            <a:spLocks noGrp="1"/>
          </p:cNvSpPr>
          <p:nvPr>
            <p:ph type="sldNum" idx="8"/>
          </p:nvPr>
        </p:nvSpPr>
        <p:spPr/>
        <p:txBody>
          <a:bodyPr/>
          <a:p>
            <a:fld id="{A1436A5E-FDCC-40FA-AD1D-C3291B365A25}"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
        <p:nvSpPr>
          <p:cNvPr id="2" name="PlaceHolder 1"/>
          <p:cNvSpPr>
            <a:spLocks noGrp="1"/>
          </p:cNvSpPr>
          <p:nvPr>
            <p:ph type="sldNum" idx="9"/>
          </p:nvPr>
        </p:nvSpPr>
        <p:spPr/>
        <p:txBody>
          <a:bodyPr/>
          <a:p>
            <a:fld id="{FFC47D44-3F69-49DD-8B7B-FFA151E1BBA6}"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
        <p:nvSpPr>
          <p:cNvPr id="2" name="PlaceHolder 1"/>
          <p:cNvSpPr>
            <a:spLocks noGrp="1"/>
          </p:cNvSpPr>
          <p:nvPr>
            <p:ph type="sldNum" idx="10"/>
          </p:nvPr>
        </p:nvSpPr>
        <p:spPr/>
        <p:txBody>
          <a:bodyPr/>
          <a:p>
            <a:fld id="{E8BD3C97-292C-410F-B879-F0E753191305}"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
        <p:nvSpPr>
          <p:cNvPr id="2" name="PlaceHolder 1"/>
          <p:cNvSpPr>
            <a:spLocks noGrp="1"/>
          </p:cNvSpPr>
          <p:nvPr>
            <p:ph type="sldNum" idx="11"/>
          </p:nvPr>
        </p:nvSpPr>
        <p:spPr/>
        <p:txBody>
          <a:bodyPr/>
          <a:p>
            <a:fld id="{A4F48311-8F0D-4179-BF0E-2C51B8ACA57E}"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Google Shape;9;p1"/>
          <p:cNvSpPr/>
          <p:nvPr/>
        </p:nvSpPr>
        <p:spPr>
          <a:xfrm>
            <a:off x="2219760" y="4698360"/>
            <a:ext cx="4633200" cy="4575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900" spc="-1" strike="noStrike">
                <a:solidFill>
                  <a:schemeClr val="accent2"/>
                </a:solidFill>
                <a:latin typeface="Old Standard TT"/>
                <a:ea typeface="Old Standard TT"/>
              </a:rPr>
              <a:t>VI Scientific Method Congress in Internet Systems - IFPE Campus Igarassu - 2023.02</a:t>
            </a:r>
            <a:endParaRPr b="0" lang="pt-BR" sz="900" spc="-1" strike="noStrike">
              <a:solidFill>
                <a:srgbClr val="ffffff"/>
              </a:solidFill>
              <a:latin typeface="Arial"/>
            </a:endParaRPr>
          </a:p>
        </p:txBody>
      </p:sp>
      <p:sp>
        <p:nvSpPr>
          <p:cNvPr id="1" name="Google Shape;11;p2"/>
          <p:cNvSpPr/>
          <p:nvPr/>
        </p:nvSpPr>
        <p:spPr>
          <a:xfrm>
            <a:off x="0" y="0"/>
            <a:ext cx="9143640" cy="171144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pt-BR" sz="1400" spc="-1" strike="noStrike">
              <a:solidFill>
                <a:srgbClr val="ffffff"/>
              </a:solidFill>
              <a:latin typeface="Arial"/>
            </a:endParaRPr>
          </a:p>
        </p:txBody>
      </p:sp>
      <p:cxnSp>
        <p:nvCxnSpPr>
          <p:cNvPr id="2" name="Google Shape;12;p2"/>
          <p:cNvCxnSpPr/>
          <p:nvPr/>
        </p:nvCxnSpPr>
        <p:spPr>
          <a:xfrm>
            <a:off x="641880" y="3597480"/>
            <a:ext cx="390600" cy="360"/>
          </a:xfrm>
          <a:prstGeom prst="straightConnector1">
            <a:avLst/>
          </a:prstGeom>
          <a:ln w="28575">
            <a:solidFill>
              <a:srgbClr val="fffbf0"/>
            </a:solidFill>
            <a:round/>
          </a:ln>
        </p:spPr>
      </p:cxnSp>
      <p:sp>
        <p:nvSpPr>
          <p:cNvPr id="3" name="PlaceHolder 1"/>
          <p:cNvSpPr>
            <a:spLocks noGrp="1"/>
          </p:cNvSpPr>
          <p:nvPr>
            <p:ph type="title"/>
          </p:nvPr>
        </p:nvSpPr>
        <p:spPr>
          <a:xfrm>
            <a:off x="512640" y="1893240"/>
            <a:ext cx="8118360" cy="1522440"/>
          </a:xfrm>
          <a:prstGeom prst="rect">
            <a:avLst/>
          </a:prstGeom>
          <a:noFill/>
          <a:ln w="0">
            <a:noFill/>
          </a:ln>
        </p:spPr>
        <p:txBody>
          <a:bodyPr lIns="91440" rIns="91440" tIns="91440" bIns="91440" anchor="b">
            <a:normAutofit/>
          </a:bodyPr>
          <a:p>
            <a:pPr indent="0">
              <a:buNone/>
            </a:pPr>
            <a:r>
              <a:rPr b="0" lang="pt-BR" sz="4200" spc="-1" strike="noStrike">
                <a:solidFill>
                  <a:srgbClr val="000000"/>
                </a:solidFill>
                <a:latin typeface="Arial"/>
              </a:rPr>
              <a:t>Clique para </a:t>
            </a:r>
            <a:r>
              <a:rPr b="0" lang="pt-BR" sz="4200" spc="-1" strike="noStrike">
                <a:solidFill>
                  <a:srgbClr val="000000"/>
                </a:solidFill>
                <a:latin typeface="Arial"/>
              </a:rPr>
              <a:t>editar o formato </a:t>
            </a:r>
            <a:r>
              <a:rPr b="0" lang="pt-BR" sz="4200" spc="-1" strike="noStrike">
                <a:solidFill>
                  <a:srgbClr val="000000"/>
                </a:solidFill>
                <a:latin typeface="Arial"/>
              </a:rPr>
              <a:t>do texto do título</a:t>
            </a:r>
            <a:endParaRPr b="0" lang="pt-BR" sz="4200" spc="-1" strike="noStrike">
              <a:solidFill>
                <a:srgbClr val="000000"/>
              </a:solidFill>
              <a:latin typeface="Arial"/>
            </a:endParaRPr>
          </a:p>
        </p:txBody>
      </p:sp>
      <p:sp>
        <p:nvSpPr>
          <p:cNvPr id="4" name="PlaceHolder 2"/>
          <p:cNvSpPr>
            <a:spLocks noGrp="1"/>
          </p:cNvSpPr>
          <p:nvPr>
            <p:ph type="sldNum" idx="1"/>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accent1"/>
                </a:solidFill>
                <a:latin typeface="Old Standard TT"/>
                <a:ea typeface="Old Standard TT"/>
              </a:defRPr>
            </a:lvl1pPr>
          </a:lstStyle>
          <a:p>
            <a:pPr indent="0" algn="r">
              <a:lnSpc>
                <a:spcPct val="100000"/>
              </a:lnSpc>
              <a:buNone/>
              <a:tabLst>
                <a:tab algn="l" pos="0"/>
              </a:tabLst>
            </a:pPr>
            <a:fld id="{F2170BB4-8836-4B9F-ABAF-868F7CA65FE4}" type="slidenum">
              <a:rPr b="0" lang="en" sz="1000" spc="-1" strike="noStrike">
                <a:solidFill>
                  <a:schemeClr val="accent1"/>
                </a:solidFill>
                <a:latin typeface="Old Standard TT"/>
                <a:ea typeface="Old Standard TT"/>
              </a:rPr>
              <a:t>&lt;número&gt;</a:t>
            </a:fld>
            <a:endParaRPr b="0" lang="pt-BR" sz="1000" spc="-1" strike="noStrike">
              <a:solidFill>
                <a:srgbClr val="ffffff"/>
              </a:solidFill>
              <a:latin typeface="Times New Roman"/>
            </a:endParaRPr>
          </a:p>
        </p:txBody>
      </p:sp>
      <p:sp>
        <p:nvSpPr>
          <p:cNvPr id="5" name="Google Shape;16;p2"/>
          <p:cNvSpPr/>
          <p:nvPr/>
        </p:nvSpPr>
        <p:spPr>
          <a:xfrm>
            <a:off x="512640" y="1096200"/>
            <a:ext cx="7432560" cy="54828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2400" spc="-1" strike="noStrike">
                <a:solidFill>
                  <a:schemeClr val="lt1"/>
                </a:solidFill>
                <a:latin typeface="Old Standard TT"/>
                <a:ea typeface="Old Standard TT"/>
              </a:rPr>
              <a:t>IV Scientific Method Congress in Internet Systems</a:t>
            </a:r>
            <a:endParaRPr b="0" lang="pt-BR" sz="2400" spc="-1" strike="noStrike">
              <a:solidFill>
                <a:srgbClr val="ffffff"/>
              </a:solidFill>
              <a:latin typeface="Arial"/>
            </a:endParaRPr>
          </a:p>
        </p:txBody>
      </p:sp>
      <p:sp>
        <p:nvSpPr>
          <p:cNvPr id="6"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pt-BR" sz="1400" spc="-1" strike="noStrike">
                <a:solidFill>
                  <a:srgbClr val="000000"/>
                </a:solidFill>
                <a:latin typeface="Arial"/>
              </a:rPr>
              <a:t>Clique para editar o formato de texto dos tópicos</a:t>
            </a:r>
            <a:endParaRPr b="0" lang="pt-B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pt-BR" sz="1400" spc="-1" strike="noStrike">
                <a:solidFill>
                  <a:srgbClr val="000000"/>
                </a:solidFill>
                <a:latin typeface="Arial"/>
              </a:rPr>
              <a:t>2.º nível de tópicos</a:t>
            </a:r>
            <a:endParaRPr b="0" lang="pt-B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pt-BR" sz="1400" spc="-1" strike="noStrike">
                <a:solidFill>
                  <a:srgbClr val="000000"/>
                </a:solidFill>
                <a:latin typeface="Arial"/>
              </a:rPr>
              <a:t>3.º nível de tópicos</a:t>
            </a:r>
            <a:endParaRPr b="0" lang="pt-B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pt-BR" sz="1400" spc="-1" strike="noStrike">
                <a:solidFill>
                  <a:srgbClr val="000000"/>
                </a:solidFill>
                <a:latin typeface="Arial"/>
              </a:rPr>
              <a:t>4.º nível de tópicos</a:t>
            </a:r>
            <a:endParaRPr b="0" lang="pt-B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9" name="Google Shape;9;p1"/>
          <p:cNvSpPr/>
          <p:nvPr/>
        </p:nvSpPr>
        <p:spPr>
          <a:xfrm>
            <a:off x="2219760" y="4698360"/>
            <a:ext cx="4633200" cy="4575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900" spc="-1" strike="noStrike">
                <a:solidFill>
                  <a:schemeClr val="accent2"/>
                </a:solidFill>
                <a:latin typeface="Old Standard TT"/>
                <a:ea typeface="Old Standard TT"/>
              </a:rPr>
              <a:t>VI Scientific Method Congress in Internet Systems - IFPE Campus Igarassu - 2023.02</a:t>
            </a:r>
            <a:endParaRPr b="0" lang="pt-BR" sz="900" spc="-1" strike="noStrike">
              <a:solidFill>
                <a:srgbClr val="000000"/>
              </a:solidFill>
              <a:latin typeface="Arial"/>
            </a:endParaRPr>
          </a:p>
        </p:txBody>
      </p:sp>
      <p:sp>
        <p:nvSpPr>
          <p:cNvPr id="10" name="PlaceHolder 1"/>
          <p:cNvSpPr>
            <a:spLocks noGrp="1"/>
          </p:cNvSpPr>
          <p:nvPr>
            <p:ph type="title"/>
          </p:nvPr>
        </p:nvSpPr>
        <p:spPr>
          <a:xfrm>
            <a:off x="311760" y="1039680"/>
            <a:ext cx="8520120" cy="2106000"/>
          </a:xfrm>
          <a:prstGeom prst="rect">
            <a:avLst/>
          </a:prstGeom>
          <a:noFill/>
          <a:ln w="0">
            <a:noFill/>
          </a:ln>
        </p:spPr>
        <p:txBody>
          <a:bodyPr lIns="91440" rIns="91440" tIns="91440" bIns="91440" anchor="b">
            <a:normAutofit fontScale="90569"/>
          </a:bodyPr>
          <a:p>
            <a:pPr indent="0" algn="ctr">
              <a:lnSpc>
                <a:spcPct val="100000"/>
              </a:lnSpc>
              <a:buNone/>
            </a:pPr>
            <a:r>
              <a:rPr b="1" lang="pt-BR" sz="14000" spc="-1" strike="noStrike">
                <a:solidFill>
                  <a:schemeClr val="dk1"/>
                </a:solidFill>
                <a:latin typeface="Old Standard TT"/>
                <a:ea typeface="Old Standard TT"/>
              </a:rPr>
              <a:t>xx%</a:t>
            </a:r>
            <a:endParaRPr b="0" lang="pt-BR" sz="14000" spc="-1" strike="noStrike">
              <a:solidFill>
                <a:srgbClr val="000000"/>
              </a:solidFill>
              <a:latin typeface="Arial"/>
            </a:endParaRPr>
          </a:p>
        </p:txBody>
      </p:sp>
      <p:sp>
        <p:nvSpPr>
          <p:cNvPr id="11" name="PlaceHolder 2"/>
          <p:cNvSpPr>
            <a:spLocks noGrp="1"/>
          </p:cNvSpPr>
          <p:nvPr>
            <p:ph type="body"/>
          </p:nvPr>
        </p:nvSpPr>
        <p:spPr>
          <a:xfrm>
            <a:off x="311760" y="3228480"/>
            <a:ext cx="8520120" cy="1300320"/>
          </a:xfrm>
          <a:prstGeom prst="rect">
            <a:avLst/>
          </a:prstGeom>
          <a:noFill/>
          <a:ln w="0">
            <a:noFill/>
          </a:ln>
        </p:spPr>
        <p:txBody>
          <a:bodyPr lIns="91440" rIns="91440" tIns="91440" bIns="91440" anchor="t">
            <a:normAutofit fontScale="50000" lnSpcReduction="20000"/>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12" name="PlaceHolder 3"/>
          <p:cNvSpPr>
            <a:spLocks noGrp="1"/>
          </p:cNvSpPr>
          <p:nvPr>
            <p:ph type="sldNum" idx="2"/>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1"/>
                </a:solidFill>
                <a:latin typeface="Old Standard TT"/>
                <a:ea typeface="Old Standard TT"/>
              </a:defRPr>
            </a:lvl1pPr>
          </a:lstStyle>
          <a:p>
            <a:pPr indent="0" algn="r">
              <a:lnSpc>
                <a:spcPct val="100000"/>
              </a:lnSpc>
              <a:buNone/>
              <a:tabLst>
                <a:tab algn="l" pos="0"/>
              </a:tabLst>
            </a:pPr>
            <a:fld id="{FA114021-A175-4564-BCFE-8DF76FDCF923}" type="slidenum">
              <a:rPr b="0" lang="en" sz="1000" spc="-1" strike="noStrike">
                <a:solidFill>
                  <a:schemeClr val="dk1"/>
                </a:solidFill>
                <a:latin typeface="Old Standard TT"/>
                <a:ea typeface="Old Standard TT"/>
              </a:rPr>
              <a:t>&lt;número&gt;</a:t>
            </a:fld>
            <a:endParaRPr b="0" lang="pt-BR"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13" name="Google Shape;9;p1"/>
          <p:cNvSpPr/>
          <p:nvPr/>
        </p:nvSpPr>
        <p:spPr>
          <a:xfrm>
            <a:off x="2219760" y="4698360"/>
            <a:ext cx="4633200" cy="4575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900" spc="-1" strike="noStrike">
                <a:solidFill>
                  <a:schemeClr val="accent2"/>
                </a:solidFill>
                <a:latin typeface="Old Standard TT"/>
                <a:ea typeface="Old Standard TT"/>
              </a:rPr>
              <a:t>VI Scientific Method Congress in Internet Systems - IFPE Campus Igarassu - 2023.02</a:t>
            </a:r>
            <a:endParaRPr b="0" lang="pt-BR" sz="900" spc="-1" strike="noStrike">
              <a:solidFill>
                <a:srgbClr val="000000"/>
              </a:solidFill>
              <a:latin typeface="Arial"/>
            </a:endParaRPr>
          </a:p>
        </p:txBody>
      </p:sp>
      <p:sp>
        <p:nvSpPr>
          <p:cNvPr id="14" name="PlaceHolder 1"/>
          <p:cNvSpPr>
            <a:spLocks noGrp="1"/>
          </p:cNvSpPr>
          <p:nvPr>
            <p:ph type="sldNum" idx="3"/>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1"/>
                </a:solidFill>
                <a:latin typeface="Old Standard TT"/>
                <a:ea typeface="Old Standard TT"/>
              </a:defRPr>
            </a:lvl1pPr>
          </a:lstStyle>
          <a:p>
            <a:pPr indent="0" algn="r">
              <a:lnSpc>
                <a:spcPct val="100000"/>
              </a:lnSpc>
              <a:buNone/>
              <a:tabLst>
                <a:tab algn="l" pos="0"/>
              </a:tabLst>
            </a:pPr>
            <a:fld id="{DC54F97C-3848-4D15-9CE4-623102AB8D44}" type="slidenum">
              <a:rPr b="0" lang="en" sz="1000" spc="-1" strike="noStrike">
                <a:solidFill>
                  <a:schemeClr val="dk1"/>
                </a:solidFill>
                <a:latin typeface="Old Standard TT"/>
                <a:ea typeface="Old Standard TT"/>
              </a:rPr>
              <a:t>&lt;número&gt;</a:t>
            </a:fld>
            <a:endParaRPr b="0" lang="pt-BR"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5" name="Google Shape;9;p1"/>
          <p:cNvSpPr/>
          <p:nvPr/>
        </p:nvSpPr>
        <p:spPr>
          <a:xfrm>
            <a:off x="2219760" y="4698360"/>
            <a:ext cx="4633200" cy="4575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900" spc="-1" strike="noStrike">
                <a:solidFill>
                  <a:schemeClr val="accent2"/>
                </a:solidFill>
                <a:latin typeface="Old Standard TT"/>
                <a:ea typeface="Old Standard TT"/>
              </a:rPr>
              <a:t>VI Scientific Method Congress in Internet Systems - IFPE Campus Igarassu - 2023.02</a:t>
            </a:r>
            <a:endParaRPr b="0" lang="pt-BR" sz="900" spc="-1" strike="noStrike">
              <a:solidFill>
                <a:srgbClr val="ffffff"/>
              </a:solidFill>
              <a:latin typeface="Arial"/>
            </a:endParaRPr>
          </a:p>
        </p:txBody>
      </p:sp>
      <p:cxnSp>
        <p:nvCxnSpPr>
          <p:cNvPr id="16" name="Google Shape;18;p3"/>
          <p:cNvCxnSpPr/>
          <p:nvPr/>
        </p:nvCxnSpPr>
        <p:spPr>
          <a:xfrm>
            <a:off x="641880" y="3597480"/>
            <a:ext cx="390600" cy="360"/>
          </a:xfrm>
          <a:prstGeom prst="straightConnector1">
            <a:avLst/>
          </a:prstGeom>
          <a:ln w="28575">
            <a:solidFill>
              <a:srgbClr val="26a69a"/>
            </a:solidFill>
            <a:round/>
          </a:ln>
        </p:spPr>
      </p:cxnSp>
      <p:sp>
        <p:nvSpPr>
          <p:cNvPr id="17" name="PlaceHolder 1"/>
          <p:cNvSpPr>
            <a:spLocks noGrp="1"/>
          </p:cNvSpPr>
          <p:nvPr>
            <p:ph type="title"/>
          </p:nvPr>
        </p:nvSpPr>
        <p:spPr>
          <a:xfrm>
            <a:off x="512640" y="1893240"/>
            <a:ext cx="8118360" cy="1522440"/>
          </a:xfrm>
          <a:prstGeom prst="rect">
            <a:avLst/>
          </a:prstGeom>
          <a:noFill/>
          <a:ln w="0">
            <a:noFill/>
          </a:ln>
        </p:spPr>
        <p:txBody>
          <a:bodyPr lIns="91440" rIns="91440" tIns="91440" bIns="91440" anchor="b">
            <a:normAutofit fontScale="73321"/>
          </a:bodyPr>
          <a:p>
            <a:pPr indent="0">
              <a:buNone/>
            </a:pPr>
            <a:r>
              <a:rPr b="0" lang="pt-BR" sz="6000" spc="-1" strike="noStrike">
                <a:solidFill>
                  <a:srgbClr val="000000"/>
                </a:solidFill>
                <a:latin typeface="Arial"/>
              </a:rPr>
              <a:t>Clique para editar o formato do texto do título</a:t>
            </a:r>
            <a:endParaRPr b="0" lang="pt-BR" sz="6000" spc="-1" strike="noStrike">
              <a:solidFill>
                <a:srgbClr val="000000"/>
              </a:solidFill>
              <a:latin typeface="Arial"/>
            </a:endParaRPr>
          </a:p>
        </p:txBody>
      </p:sp>
      <p:sp>
        <p:nvSpPr>
          <p:cNvPr id="18" name="PlaceHolder 2"/>
          <p:cNvSpPr>
            <a:spLocks noGrp="1"/>
          </p:cNvSpPr>
          <p:nvPr>
            <p:ph type="sldNum" idx="4"/>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accent1"/>
                </a:solidFill>
                <a:latin typeface="Old Standard TT"/>
                <a:ea typeface="Old Standard TT"/>
              </a:defRPr>
            </a:lvl1pPr>
          </a:lstStyle>
          <a:p>
            <a:pPr indent="0" algn="r">
              <a:lnSpc>
                <a:spcPct val="100000"/>
              </a:lnSpc>
              <a:buNone/>
              <a:tabLst>
                <a:tab algn="l" pos="0"/>
              </a:tabLst>
            </a:pPr>
            <a:fld id="{37853191-B3B4-41BF-8EA0-37A5D99B9DC8}" type="slidenum">
              <a:rPr b="0" lang="en" sz="1000" spc="-1" strike="noStrike">
                <a:solidFill>
                  <a:schemeClr val="accent1"/>
                </a:solidFill>
                <a:latin typeface="Old Standard TT"/>
                <a:ea typeface="Old Standard TT"/>
              </a:rPr>
              <a:t>&lt;número&gt;</a:t>
            </a:fld>
            <a:endParaRPr b="0" lang="pt-BR" sz="10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19" name="Google Shape;9;p1"/>
          <p:cNvSpPr/>
          <p:nvPr/>
        </p:nvSpPr>
        <p:spPr>
          <a:xfrm>
            <a:off x="2219760" y="4698360"/>
            <a:ext cx="4633200" cy="4575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900" spc="-1" strike="noStrike">
                <a:solidFill>
                  <a:schemeClr val="accent2"/>
                </a:solidFill>
                <a:latin typeface="Old Standard TT"/>
                <a:ea typeface="Old Standard TT"/>
              </a:rPr>
              <a:t>VI Scientific Method Congress in Internet Systems - IFPE Campus Igarassu - 2023.02</a:t>
            </a:r>
            <a:endParaRPr b="0" lang="pt-BR" sz="900" spc="-1" strike="noStrike">
              <a:solidFill>
                <a:srgbClr val="000000"/>
              </a:solidFill>
              <a:latin typeface="Arial"/>
            </a:endParaRPr>
          </a:p>
        </p:txBody>
      </p:sp>
      <p:sp>
        <p:nvSpPr>
          <p:cNvPr id="20" name="Google Shape;22;p4"/>
          <p:cNvSpPr/>
          <p:nvPr/>
        </p:nvSpPr>
        <p:spPr>
          <a:xfrm>
            <a:off x="0" y="5045760"/>
            <a:ext cx="9143640" cy="97560"/>
          </a:xfrm>
          <a:prstGeom prst="rect">
            <a:avLst/>
          </a:prstGeom>
          <a:solidFill>
            <a:schemeClr val="lt2"/>
          </a:solidFill>
          <a:ln w="0">
            <a:noFill/>
          </a:ln>
        </p:spPr>
        <p:style>
          <a:lnRef idx="0"/>
          <a:fillRef idx="0"/>
          <a:effectRef idx="0"/>
          <a:fontRef idx="minor"/>
        </p:style>
        <p:txBody>
          <a:bodyPr tIns="48960" bIns="48960" anchor="ctr">
            <a:noAutofit/>
          </a:bodyPr>
          <a:p>
            <a:pPr>
              <a:lnSpc>
                <a:spcPct val="100000"/>
              </a:lnSpc>
              <a:tabLst>
                <a:tab algn="l" pos="0"/>
              </a:tabLst>
            </a:pPr>
            <a:endParaRPr b="0" lang="pt-BR" sz="1400" spc="-1" strike="noStrike">
              <a:solidFill>
                <a:srgbClr val="ffffff"/>
              </a:solidFill>
              <a:latin typeface="Arial"/>
            </a:endParaRPr>
          </a:p>
        </p:txBody>
      </p:sp>
      <p:sp>
        <p:nvSpPr>
          <p:cNvPr id="21" name="PlaceHolder 1"/>
          <p:cNvSpPr>
            <a:spLocks noGrp="1"/>
          </p:cNvSpPr>
          <p:nvPr>
            <p:ph type="title"/>
          </p:nvPr>
        </p:nvSpPr>
        <p:spPr>
          <a:xfrm>
            <a:off x="311760" y="444960"/>
            <a:ext cx="8520120" cy="612720"/>
          </a:xfrm>
          <a:prstGeom prst="rect">
            <a:avLst/>
          </a:prstGeom>
          <a:noFill/>
          <a:ln w="0">
            <a:noFill/>
          </a:ln>
        </p:spPr>
        <p:txBody>
          <a:bodyPr lIns="91440" rIns="91440" tIns="91440" bIns="91440" anchor="t">
            <a:normAutofit fontScale="96363"/>
          </a:bodyPr>
          <a:p>
            <a:pPr indent="0">
              <a:buNone/>
            </a:pPr>
            <a:r>
              <a:rPr b="0" lang="pt-BR" sz="3000" spc="-1" strike="noStrike">
                <a:solidFill>
                  <a:srgbClr val="000000"/>
                </a:solidFill>
                <a:latin typeface="Arial"/>
              </a:rPr>
              <a:t>Clique para editar o formato do texto do título</a:t>
            </a:r>
            <a:endParaRPr b="0" lang="pt-BR" sz="3000" spc="-1" strike="noStrike">
              <a:solidFill>
                <a:srgbClr val="000000"/>
              </a:solidFill>
              <a:latin typeface="Arial"/>
            </a:endParaRPr>
          </a:p>
        </p:txBody>
      </p:sp>
      <p:sp>
        <p:nvSpPr>
          <p:cNvPr id="22" name="PlaceHolder 2"/>
          <p:cNvSpPr>
            <a:spLocks noGrp="1"/>
          </p:cNvSpPr>
          <p:nvPr>
            <p:ph type="body"/>
          </p:nvPr>
        </p:nvSpPr>
        <p:spPr>
          <a:xfrm>
            <a:off x="311760" y="1171440"/>
            <a:ext cx="8520120" cy="339696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23" name="PlaceHolder 3"/>
          <p:cNvSpPr>
            <a:spLocks noGrp="1"/>
          </p:cNvSpPr>
          <p:nvPr>
            <p:ph type="sldNum" idx="5"/>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1"/>
                </a:solidFill>
                <a:latin typeface="Old Standard TT"/>
                <a:ea typeface="Old Standard TT"/>
              </a:defRPr>
            </a:lvl1pPr>
          </a:lstStyle>
          <a:p>
            <a:pPr indent="0" algn="r">
              <a:lnSpc>
                <a:spcPct val="100000"/>
              </a:lnSpc>
              <a:buNone/>
              <a:tabLst>
                <a:tab algn="l" pos="0"/>
              </a:tabLst>
            </a:pPr>
            <a:fld id="{D4497367-BC21-4438-9C59-78FF938A1C43}" type="slidenum">
              <a:rPr b="0" lang="en" sz="1000" spc="-1" strike="noStrike">
                <a:solidFill>
                  <a:schemeClr val="dk1"/>
                </a:solidFill>
                <a:latin typeface="Old Standard TT"/>
                <a:ea typeface="Old Standard TT"/>
              </a:rPr>
              <a:t>&lt;número&gt;</a:t>
            </a:fld>
            <a:endParaRPr b="0" lang="pt-BR"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26" name="Google Shape;9;p1"/>
          <p:cNvSpPr/>
          <p:nvPr/>
        </p:nvSpPr>
        <p:spPr>
          <a:xfrm>
            <a:off x="2219760" y="4698360"/>
            <a:ext cx="4633200" cy="4575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900" spc="-1" strike="noStrike">
                <a:solidFill>
                  <a:schemeClr val="accent2"/>
                </a:solidFill>
                <a:latin typeface="Old Standard TT"/>
                <a:ea typeface="Old Standard TT"/>
              </a:rPr>
              <a:t>VI Scientific Method Congress in Internet Systems - IFPE Campus Igarassu - 2023.02</a:t>
            </a:r>
            <a:endParaRPr b="0" lang="pt-BR" sz="900" spc="-1" strike="noStrike">
              <a:solidFill>
                <a:srgbClr val="000000"/>
              </a:solidFill>
              <a:latin typeface="Arial"/>
            </a:endParaRPr>
          </a:p>
        </p:txBody>
      </p:sp>
      <p:sp>
        <p:nvSpPr>
          <p:cNvPr id="27" name="PlaceHolder 1"/>
          <p:cNvSpPr>
            <a:spLocks noGrp="1"/>
          </p:cNvSpPr>
          <p:nvPr>
            <p:ph type="title"/>
          </p:nvPr>
        </p:nvSpPr>
        <p:spPr>
          <a:xfrm>
            <a:off x="311760" y="444960"/>
            <a:ext cx="8520120" cy="612720"/>
          </a:xfrm>
          <a:prstGeom prst="rect">
            <a:avLst/>
          </a:prstGeom>
          <a:noFill/>
          <a:ln w="0">
            <a:noFill/>
          </a:ln>
        </p:spPr>
        <p:txBody>
          <a:bodyPr lIns="91440" rIns="91440" tIns="91440" bIns="91440" anchor="t">
            <a:normAutofit fontScale="96363"/>
          </a:bodyPr>
          <a:p>
            <a:pPr indent="0">
              <a:buNone/>
            </a:pPr>
            <a:r>
              <a:rPr b="0" lang="pt-BR" sz="3000" spc="-1" strike="noStrike">
                <a:solidFill>
                  <a:srgbClr val="000000"/>
                </a:solidFill>
                <a:latin typeface="Arial"/>
              </a:rPr>
              <a:t>Clique para editar o formato do texto do título</a:t>
            </a:r>
            <a:endParaRPr b="0" lang="pt-BR" sz="3000" spc="-1" strike="noStrike">
              <a:solidFill>
                <a:srgbClr val="000000"/>
              </a:solidFill>
              <a:latin typeface="Arial"/>
            </a:endParaRPr>
          </a:p>
        </p:txBody>
      </p:sp>
      <p:sp>
        <p:nvSpPr>
          <p:cNvPr id="28" name="PlaceHolder 2"/>
          <p:cNvSpPr>
            <a:spLocks noGrp="1"/>
          </p:cNvSpPr>
          <p:nvPr>
            <p:ph type="body"/>
          </p:nvPr>
        </p:nvSpPr>
        <p:spPr>
          <a:xfrm>
            <a:off x="311760" y="1171800"/>
            <a:ext cx="3999600" cy="339696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pt-BR" sz="1400" spc="-1" strike="noStrike">
                <a:solidFill>
                  <a:srgbClr val="000000"/>
                </a:solidFill>
                <a:latin typeface="Arial"/>
              </a:rPr>
              <a:t>Clique para editar o formato de texto dos tópicos</a:t>
            </a:r>
            <a:endParaRPr b="0" lang="pt-B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400" spc="-1" strike="noStrike">
                <a:solidFill>
                  <a:srgbClr val="000000"/>
                </a:solidFill>
                <a:latin typeface="Arial"/>
              </a:rPr>
              <a:t>2.º nível de tópicos</a:t>
            </a:r>
            <a:endParaRPr b="0" lang="pt-B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400" spc="-1" strike="noStrike">
                <a:solidFill>
                  <a:srgbClr val="000000"/>
                </a:solidFill>
                <a:latin typeface="Arial"/>
              </a:rPr>
              <a:t>3.º nível de tópicos</a:t>
            </a:r>
            <a:endParaRPr b="0" lang="pt-B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400" spc="-1" strike="noStrike">
                <a:solidFill>
                  <a:srgbClr val="000000"/>
                </a:solidFill>
                <a:latin typeface="Arial"/>
              </a:rPr>
              <a:t>4.º nível de tópicos</a:t>
            </a:r>
            <a:endParaRPr b="0" lang="pt-B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400" spc="-1" strike="noStrike">
                <a:solidFill>
                  <a:srgbClr val="000000"/>
                </a:solidFill>
                <a:latin typeface="Arial"/>
              </a:rPr>
              <a:t>5.º nível de tópicos</a:t>
            </a:r>
            <a:endParaRPr b="0" lang="pt-BR"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400" spc="-1" strike="noStrike">
                <a:solidFill>
                  <a:srgbClr val="000000"/>
                </a:solidFill>
                <a:latin typeface="Arial"/>
              </a:rPr>
              <a:t>6.º nível de tópicos</a:t>
            </a:r>
            <a:endParaRPr b="0" lang="pt-BR"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400" spc="-1" strike="noStrike">
                <a:solidFill>
                  <a:srgbClr val="000000"/>
                </a:solidFill>
                <a:latin typeface="Arial"/>
              </a:rPr>
              <a:t>7.º nível de tópicos</a:t>
            </a:r>
            <a:endParaRPr b="0" lang="pt-BR" sz="1400" spc="-1" strike="noStrike">
              <a:solidFill>
                <a:srgbClr val="000000"/>
              </a:solidFill>
              <a:latin typeface="Arial"/>
            </a:endParaRPr>
          </a:p>
        </p:txBody>
      </p:sp>
      <p:sp>
        <p:nvSpPr>
          <p:cNvPr id="29" name="PlaceHolder 3"/>
          <p:cNvSpPr>
            <a:spLocks noGrp="1"/>
          </p:cNvSpPr>
          <p:nvPr>
            <p:ph type="body"/>
          </p:nvPr>
        </p:nvSpPr>
        <p:spPr>
          <a:xfrm>
            <a:off x="4832280" y="1171800"/>
            <a:ext cx="3999600" cy="339696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pt-BR" sz="1400" spc="-1" strike="noStrike">
                <a:solidFill>
                  <a:srgbClr val="000000"/>
                </a:solidFill>
                <a:latin typeface="Arial"/>
              </a:rPr>
              <a:t>Clique para editar o formato de texto dos tópicos</a:t>
            </a:r>
            <a:endParaRPr b="0" lang="pt-B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400" spc="-1" strike="noStrike">
                <a:solidFill>
                  <a:srgbClr val="000000"/>
                </a:solidFill>
                <a:latin typeface="Arial"/>
              </a:rPr>
              <a:t>2.º nível de tópicos</a:t>
            </a:r>
            <a:endParaRPr b="0" lang="pt-B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400" spc="-1" strike="noStrike">
                <a:solidFill>
                  <a:srgbClr val="000000"/>
                </a:solidFill>
                <a:latin typeface="Arial"/>
              </a:rPr>
              <a:t>3.º nível de tópicos</a:t>
            </a:r>
            <a:endParaRPr b="0" lang="pt-B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400" spc="-1" strike="noStrike">
                <a:solidFill>
                  <a:srgbClr val="000000"/>
                </a:solidFill>
                <a:latin typeface="Arial"/>
              </a:rPr>
              <a:t>4.º nível de tópicos</a:t>
            </a:r>
            <a:endParaRPr b="0" lang="pt-B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400" spc="-1" strike="noStrike">
                <a:solidFill>
                  <a:srgbClr val="000000"/>
                </a:solidFill>
                <a:latin typeface="Arial"/>
              </a:rPr>
              <a:t>5.º nível de tópicos</a:t>
            </a:r>
            <a:endParaRPr b="0" lang="pt-BR"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400" spc="-1" strike="noStrike">
                <a:solidFill>
                  <a:srgbClr val="000000"/>
                </a:solidFill>
                <a:latin typeface="Arial"/>
              </a:rPr>
              <a:t>6.º nível de tópicos</a:t>
            </a:r>
            <a:endParaRPr b="0" lang="pt-BR"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400" spc="-1" strike="noStrike">
                <a:solidFill>
                  <a:srgbClr val="000000"/>
                </a:solidFill>
                <a:latin typeface="Arial"/>
              </a:rPr>
              <a:t>7.º nível de tópicos</a:t>
            </a:r>
            <a:endParaRPr b="0" lang="pt-BR" sz="1400" spc="-1" strike="noStrike">
              <a:solidFill>
                <a:srgbClr val="000000"/>
              </a:solidFill>
              <a:latin typeface="Arial"/>
            </a:endParaRPr>
          </a:p>
        </p:txBody>
      </p:sp>
      <p:sp>
        <p:nvSpPr>
          <p:cNvPr id="30" name="PlaceHolder 4"/>
          <p:cNvSpPr>
            <a:spLocks noGrp="1"/>
          </p:cNvSpPr>
          <p:nvPr>
            <p:ph type="sldNum" idx="6"/>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1"/>
                </a:solidFill>
                <a:latin typeface="Old Standard TT"/>
                <a:ea typeface="Old Standard TT"/>
              </a:defRPr>
            </a:lvl1pPr>
          </a:lstStyle>
          <a:p>
            <a:pPr indent="0" algn="r">
              <a:lnSpc>
                <a:spcPct val="100000"/>
              </a:lnSpc>
              <a:buNone/>
              <a:tabLst>
                <a:tab algn="l" pos="0"/>
              </a:tabLst>
            </a:pPr>
            <a:fld id="{07C7AD3E-1205-4A45-8F8E-7F0725DCE4C9}" type="slidenum">
              <a:rPr b="0" lang="en" sz="1000" spc="-1" strike="noStrike">
                <a:solidFill>
                  <a:schemeClr val="dk1"/>
                </a:solidFill>
                <a:latin typeface="Old Standard TT"/>
                <a:ea typeface="Old Standard TT"/>
              </a:rPr>
              <a:t>&lt;número&gt;</a:t>
            </a:fld>
            <a:endParaRPr b="0" lang="pt-BR"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34" name="Google Shape;9;p1"/>
          <p:cNvSpPr/>
          <p:nvPr/>
        </p:nvSpPr>
        <p:spPr>
          <a:xfrm>
            <a:off x="2219760" y="4698360"/>
            <a:ext cx="4633200" cy="4575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900" spc="-1" strike="noStrike">
                <a:solidFill>
                  <a:schemeClr val="accent2"/>
                </a:solidFill>
                <a:latin typeface="Old Standard TT"/>
                <a:ea typeface="Old Standard TT"/>
              </a:rPr>
              <a:t>VI Scientific Method Congress in Internet Systems - IFPE Campus Igarassu - 2023.02</a:t>
            </a:r>
            <a:endParaRPr b="0" lang="pt-BR" sz="900" spc="-1" strike="noStrike">
              <a:solidFill>
                <a:srgbClr val="000000"/>
              </a:solidFill>
              <a:latin typeface="Arial"/>
            </a:endParaRPr>
          </a:p>
        </p:txBody>
      </p:sp>
      <p:sp>
        <p:nvSpPr>
          <p:cNvPr id="35" name="PlaceHolder 1"/>
          <p:cNvSpPr>
            <a:spLocks noGrp="1"/>
          </p:cNvSpPr>
          <p:nvPr>
            <p:ph type="title"/>
          </p:nvPr>
        </p:nvSpPr>
        <p:spPr>
          <a:xfrm>
            <a:off x="311760" y="444960"/>
            <a:ext cx="8520120" cy="612720"/>
          </a:xfrm>
          <a:prstGeom prst="rect">
            <a:avLst/>
          </a:prstGeom>
          <a:noFill/>
          <a:ln w="0">
            <a:noFill/>
          </a:ln>
        </p:spPr>
        <p:txBody>
          <a:bodyPr lIns="91440" rIns="91440" tIns="91440" bIns="91440" anchor="t">
            <a:normAutofit fontScale="96363"/>
          </a:bodyPr>
          <a:p>
            <a:pPr indent="0">
              <a:buNone/>
            </a:pPr>
            <a:r>
              <a:rPr b="0" lang="pt-BR" sz="3000" spc="-1" strike="noStrike">
                <a:solidFill>
                  <a:srgbClr val="000000"/>
                </a:solidFill>
                <a:latin typeface="Arial"/>
              </a:rPr>
              <a:t>Clique para editar o formato do texto do título</a:t>
            </a:r>
            <a:endParaRPr b="0" lang="pt-BR" sz="3000" spc="-1" strike="noStrike">
              <a:solidFill>
                <a:srgbClr val="000000"/>
              </a:solidFill>
              <a:latin typeface="Arial"/>
            </a:endParaRPr>
          </a:p>
        </p:txBody>
      </p:sp>
      <p:sp>
        <p:nvSpPr>
          <p:cNvPr id="36" name="PlaceHolder 2"/>
          <p:cNvSpPr>
            <a:spLocks noGrp="1"/>
          </p:cNvSpPr>
          <p:nvPr>
            <p:ph type="sldNum" idx="7"/>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1"/>
                </a:solidFill>
                <a:latin typeface="Old Standard TT"/>
                <a:ea typeface="Old Standard TT"/>
              </a:defRPr>
            </a:lvl1pPr>
          </a:lstStyle>
          <a:p>
            <a:pPr indent="0" algn="r">
              <a:lnSpc>
                <a:spcPct val="100000"/>
              </a:lnSpc>
              <a:buNone/>
              <a:tabLst>
                <a:tab algn="l" pos="0"/>
              </a:tabLst>
            </a:pPr>
            <a:fld id="{1CC5C8AE-A3D3-432C-B360-13003BECC7C4}" type="slidenum">
              <a:rPr b="0" lang="en" sz="1000" spc="-1" strike="noStrike">
                <a:solidFill>
                  <a:schemeClr val="dk1"/>
                </a:solidFill>
                <a:latin typeface="Old Standard TT"/>
                <a:ea typeface="Old Standard TT"/>
              </a:rPr>
              <a:t>&lt;número&gt;</a:t>
            </a:fld>
            <a:endParaRPr b="0" lang="pt-BR"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38" name="Google Shape;9;p1"/>
          <p:cNvSpPr/>
          <p:nvPr/>
        </p:nvSpPr>
        <p:spPr>
          <a:xfrm>
            <a:off x="2219760" y="4698360"/>
            <a:ext cx="4633200" cy="4575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900" spc="-1" strike="noStrike">
                <a:solidFill>
                  <a:schemeClr val="accent2"/>
                </a:solidFill>
                <a:latin typeface="Old Standard TT"/>
                <a:ea typeface="Old Standard TT"/>
              </a:rPr>
              <a:t>VI Scientific Method Congress in Internet Systems - IFPE Campus Igarassu - 2023.02</a:t>
            </a:r>
            <a:endParaRPr b="0" lang="pt-BR" sz="900" spc="-1" strike="noStrike">
              <a:solidFill>
                <a:srgbClr val="000000"/>
              </a:solidFill>
              <a:latin typeface="Arial"/>
            </a:endParaRPr>
          </a:p>
        </p:txBody>
      </p:sp>
      <p:sp>
        <p:nvSpPr>
          <p:cNvPr id="39" name="PlaceHolder 1"/>
          <p:cNvSpPr>
            <a:spLocks noGrp="1"/>
          </p:cNvSpPr>
          <p:nvPr>
            <p:ph type="title"/>
          </p:nvPr>
        </p:nvSpPr>
        <p:spPr>
          <a:xfrm>
            <a:off x="311760" y="555480"/>
            <a:ext cx="2807640" cy="755280"/>
          </a:xfrm>
          <a:prstGeom prst="rect">
            <a:avLst/>
          </a:prstGeom>
          <a:noFill/>
          <a:ln w="0">
            <a:noFill/>
          </a:ln>
        </p:spPr>
        <p:txBody>
          <a:bodyPr lIns="91440" rIns="91440" tIns="91440" bIns="91440" anchor="b">
            <a:normAutofit fontScale="74970"/>
          </a:bodyPr>
          <a:p>
            <a:pPr indent="0">
              <a:buNone/>
            </a:pPr>
            <a:r>
              <a:rPr b="0" lang="pt-BR" sz="2400" spc="-1" strike="noStrike">
                <a:solidFill>
                  <a:srgbClr val="000000"/>
                </a:solidFill>
                <a:latin typeface="Arial"/>
              </a:rPr>
              <a:t>Clique para editar o formato do texto do título</a:t>
            </a:r>
            <a:endParaRPr b="0" lang="pt-BR" sz="2400" spc="-1" strike="noStrike">
              <a:solidFill>
                <a:srgbClr val="000000"/>
              </a:solidFill>
              <a:latin typeface="Arial"/>
            </a:endParaRPr>
          </a:p>
        </p:txBody>
      </p:sp>
      <p:sp>
        <p:nvSpPr>
          <p:cNvPr id="40" name="PlaceHolder 2"/>
          <p:cNvSpPr>
            <a:spLocks noGrp="1"/>
          </p:cNvSpPr>
          <p:nvPr>
            <p:ph type="body"/>
          </p:nvPr>
        </p:nvSpPr>
        <p:spPr>
          <a:xfrm>
            <a:off x="311760" y="1389600"/>
            <a:ext cx="2807640" cy="3179160"/>
          </a:xfrm>
          <a:prstGeom prst="rect">
            <a:avLst/>
          </a:prstGeom>
          <a:noFill/>
          <a:ln w="0">
            <a:noFill/>
          </a:ln>
        </p:spPr>
        <p:txBody>
          <a:bodyPr lIns="91440" rIns="91440" tIns="91440" bIns="91440" anchor="t">
            <a:normAutofit fontScale="35861"/>
          </a:bodyPr>
          <a:p>
            <a:pPr marL="432000" indent="-324000">
              <a:spcBef>
                <a:spcPts val="1417"/>
              </a:spcBef>
              <a:buClr>
                <a:srgbClr val="000000"/>
              </a:buClr>
              <a:buSzPct val="45000"/>
              <a:buFont typeface="Wingdings" charset="2"/>
              <a:buChar char=""/>
            </a:pPr>
            <a:r>
              <a:rPr b="0" lang="pt-BR" sz="1200" spc="-1" strike="noStrike">
                <a:solidFill>
                  <a:srgbClr val="000000"/>
                </a:solidFill>
                <a:latin typeface="Arial"/>
              </a:rPr>
              <a:t>Clique para editar o formato de texto dos tópicos</a:t>
            </a:r>
            <a:endParaRPr b="0" lang="pt-BR"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200" spc="-1" strike="noStrike">
                <a:solidFill>
                  <a:srgbClr val="000000"/>
                </a:solidFill>
                <a:latin typeface="Arial"/>
              </a:rPr>
              <a:t>2.º nível de tópicos</a:t>
            </a:r>
            <a:endParaRPr b="0" lang="pt-BR"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200" spc="-1" strike="noStrike">
                <a:solidFill>
                  <a:srgbClr val="000000"/>
                </a:solidFill>
                <a:latin typeface="Arial"/>
              </a:rPr>
              <a:t>3.º nível de tópicos</a:t>
            </a:r>
            <a:endParaRPr b="0" lang="pt-BR"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200" spc="-1" strike="noStrike">
                <a:solidFill>
                  <a:srgbClr val="000000"/>
                </a:solidFill>
                <a:latin typeface="Arial"/>
              </a:rPr>
              <a:t>4.º nível de tópicos</a:t>
            </a:r>
            <a:endParaRPr b="0" lang="pt-BR"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200" spc="-1" strike="noStrike">
                <a:solidFill>
                  <a:srgbClr val="000000"/>
                </a:solidFill>
                <a:latin typeface="Arial"/>
              </a:rPr>
              <a:t>5.º nível de tópicos</a:t>
            </a:r>
            <a:endParaRPr b="0" lang="pt-BR"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200" spc="-1" strike="noStrike">
                <a:solidFill>
                  <a:srgbClr val="000000"/>
                </a:solidFill>
                <a:latin typeface="Arial"/>
              </a:rPr>
              <a:t>6.º nível de tópicos</a:t>
            </a:r>
            <a:endParaRPr b="0" lang="pt-BR"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200" spc="-1" strike="noStrike">
                <a:solidFill>
                  <a:srgbClr val="000000"/>
                </a:solidFill>
                <a:latin typeface="Arial"/>
              </a:rPr>
              <a:t>7.º nível de tópicos</a:t>
            </a:r>
            <a:endParaRPr b="0" lang="pt-BR" sz="1200" spc="-1" strike="noStrike">
              <a:solidFill>
                <a:srgbClr val="000000"/>
              </a:solidFill>
              <a:latin typeface="Arial"/>
            </a:endParaRPr>
          </a:p>
        </p:txBody>
      </p:sp>
      <p:sp>
        <p:nvSpPr>
          <p:cNvPr id="41" name="PlaceHolder 3"/>
          <p:cNvSpPr>
            <a:spLocks noGrp="1"/>
          </p:cNvSpPr>
          <p:nvPr>
            <p:ph type="sldNum" idx="8"/>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1"/>
                </a:solidFill>
                <a:latin typeface="Old Standard TT"/>
                <a:ea typeface="Old Standard TT"/>
              </a:defRPr>
            </a:lvl1pPr>
          </a:lstStyle>
          <a:p>
            <a:pPr indent="0" algn="r">
              <a:lnSpc>
                <a:spcPct val="100000"/>
              </a:lnSpc>
              <a:buNone/>
              <a:tabLst>
                <a:tab algn="l" pos="0"/>
              </a:tabLst>
            </a:pPr>
            <a:fld id="{4AD5471E-48B5-45FD-9506-6758F9241882}" type="slidenum">
              <a:rPr b="0" lang="en" sz="1000" spc="-1" strike="noStrike">
                <a:solidFill>
                  <a:schemeClr val="dk1"/>
                </a:solidFill>
                <a:latin typeface="Old Standard TT"/>
                <a:ea typeface="Old Standard TT"/>
              </a:rPr>
              <a:t>&lt;número&gt;</a:t>
            </a:fld>
            <a:endParaRPr b="0" lang="pt-BR"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42" name="Google Shape;9;p1"/>
          <p:cNvSpPr/>
          <p:nvPr/>
        </p:nvSpPr>
        <p:spPr>
          <a:xfrm>
            <a:off x="2219760" y="4698360"/>
            <a:ext cx="4633200" cy="4575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900" spc="-1" strike="noStrike">
                <a:solidFill>
                  <a:schemeClr val="accent2"/>
                </a:solidFill>
                <a:latin typeface="Old Standard TT"/>
                <a:ea typeface="Old Standard TT"/>
              </a:rPr>
              <a:t>VI Scientific Method Congress in Internet Systems - IFPE Campus Igarassu - 2023.02</a:t>
            </a:r>
            <a:endParaRPr b="0" lang="pt-BR" sz="900" spc="-1" strike="noStrike">
              <a:solidFill>
                <a:srgbClr val="ffffff"/>
              </a:solidFill>
              <a:latin typeface="Arial"/>
            </a:endParaRPr>
          </a:p>
        </p:txBody>
      </p:sp>
      <p:sp>
        <p:nvSpPr>
          <p:cNvPr id="43" name="PlaceHolder 1"/>
          <p:cNvSpPr>
            <a:spLocks noGrp="1"/>
          </p:cNvSpPr>
          <p:nvPr>
            <p:ph type="title"/>
          </p:nvPr>
        </p:nvSpPr>
        <p:spPr>
          <a:xfrm>
            <a:off x="490320" y="526320"/>
            <a:ext cx="5603760" cy="4090320"/>
          </a:xfrm>
          <a:prstGeom prst="rect">
            <a:avLst/>
          </a:prstGeom>
          <a:noFill/>
          <a:ln w="0">
            <a:noFill/>
          </a:ln>
        </p:spPr>
        <p:txBody>
          <a:bodyPr lIns="91440" rIns="91440" tIns="91440" bIns="91440" anchor="ctr">
            <a:normAutofit/>
          </a:bodyPr>
          <a:p>
            <a:pPr indent="0">
              <a:buNone/>
            </a:pPr>
            <a:r>
              <a:rPr b="0" lang="pt-BR" sz="5400" spc="-1" strike="noStrike">
                <a:solidFill>
                  <a:srgbClr val="000000"/>
                </a:solidFill>
                <a:latin typeface="Arial"/>
              </a:rPr>
              <a:t>Clique para editar o formato do texto do título</a:t>
            </a:r>
            <a:endParaRPr b="0" lang="pt-BR" sz="5400" spc="-1" strike="noStrike">
              <a:solidFill>
                <a:srgbClr val="000000"/>
              </a:solidFill>
              <a:latin typeface="Arial"/>
            </a:endParaRPr>
          </a:p>
        </p:txBody>
      </p:sp>
      <p:sp>
        <p:nvSpPr>
          <p:cNvPr id="44" name="PlaceHolder 2"/>
          <p:cNvSpPr>
            <a:spLocks noGrp="1"/>
          </p:cNvSpPr>
          <p:nvPr>
            <p:ph type="sldNum" idx="9"/>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accent1"/>
                </a:solidFill>
                <a:latin typeface="Old Standard TT"/>
                <a:ea typeface="Old Standard TT"/>
              </a:defRPr>
            </a:lvl1pPr>
          </a:lstStyle>
          <a:p>
            <a:pPr indent="0" algn="r">
              <a:lnSpc>
                <a:spcPct val="100000"/>
              </a:lnSpc>
              <a:buNone/>
              <a:tabLst>
                <a:tab algn="l" pos="0"/>
              </a:tabLst>
            </a:pPr>
            <a:fld id="{28E1CB04-9A32-4489-B143-0868906BF6B3}" type="slidenum">
              <a:rPr b="0" lang="en" sz="1000" spc="-1" strike="noStrike">
                <a:solidFill>
                  <a:schemeClr val="accent1"/>
                </a:solidFill>
                <a:latin typeface="Old Standard TT"/>
                <a:ea typeface="Old Standard TT"/>
              </a:rPr>
              <a:t>&lt;número&gt;</a:t>
            </a:fld>
            <a:endParaRPr b="0" lang="pt-BR" sz="10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45" name="Google Shape;9;p1"/>
          <p:cNvSpPr/>
          <p:nvPr/>
        </p:nvSpPr>
        <p:spPr>
          <a:xfrm>
            <a:off x="2219760" y="4698360"/>
            <a:ext cx="4633200" cy="4575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900" spc="-1" strike="noStrike">
                <a:solidFill>
                  <a:schemeClr val="accent2"/>
                </a:solidFill>
                <a:latin typeface="Old Standard TT"/>
                <a:ea typeface="Old Standard TT"/>
              </a:rPr>
              <a:t>VI Scientific Method Congress in Internet Systems - IFPE Campus Igarassu - 2023.02</a:t>
            </a:r>
            <a:endParaRPr b="0" lang="pt-BR" sz="900" spc="-1" strike="noStrike">
              <a:solidFill>
                <a:srgbClr val="000000"/>
              </a:solidFill>
              <a:latin typeface="Arial"/>
            </a:endParaRPr>
          </a:p>
        </p:txBody>
      </p:sp>
      <p:sp>
        <p:nvSpPr>
          <p:cNvPr id="46" name="Google Shape;42;p9"/>
          <p:cNvSpPr/>
          <p:nvPr/>
        </p:nvSpPr>
        <p:spPr>
          <a:xfrm>
            <a:off x="4572000" y="0"/>
            <a:ext cx="4571640" cy="514332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pt-BR" sz="1400" spc="-1" strike="noStrike">
              <a:solidFill>
                <a:srgbClr val="ffffff"/>
              </a:solidFill>
              <a:latin typeface="Arial"/>
            </a:endParaRPr>
          </a:p>
        </p:txBody>
      </p:sp>
      <p:cxnSp>
        <p:nvCxnSpPr>
          <p:cNvPr id="47" name="Google Shape;43;p9"/>
          <p:cNvCxnSpPr/>
          <p:nvPr/>
        </p:nvCxnSpPr>
        <p:spPr>
          <a:xfrm>
            <a:off x="5029560" y="4495320"/>
            <a:ext cx="686520" cy="360"/>
          </a:xfrm>
          <a:prstGeom prst="straightConnector1">
            <a:avLst/>
          </a:prstGeom>
          <a:ln w="19050">
            <a:solidFill>
              <a:srgbClr val="26a69a"/>
            </a:solidFill>
            <a:round/>
          </a:ln>
        </p:spPr>
      </p:cxnSp>
      <p:sp>
        <p:nvSpPr>
          <p:cNvPr id="48" name="PlaceHolder 1"/>
          <p:cNvSpPr>
            <a:spLocks noGrp="1"/>
          </p:cNvSpPr>
          <p:nvPr>
            <p:ph type="title"/>
          </p:nvPr>
        </p:nvSpPr>
        <p:spPr>
          <a:xfrm>
            <a:off x="265680" y="1382400"/>
            <a:ext cx="4044960" cy="1332720"/>
          </a:xfrm>
          <a:prstGeom prst="rect">
            <a:avLst/>
          </a:prstGeom>
          <a:noFill/>
          <a:ln w="0">
            <a:noFill/>
          </a:ln>
        </p:spPr>
        <p:txBody>
          <a:bodyPr lIns="91440" rIns="91440" tIns="91440" bIns="91440" anchor="b">
            <a:normAutofit fontScale="66889" lnSpcReduction="10000"/>
          </a:bodyPr>
          <a:p>
            <a:pPr indent="0">
              <a:buNone/>
            </a:pPr>
            <a:r>
              <a:rPr b="0" lang="pt-BR" sz="4200" spc="-1" strike="noStrike">
                <a:solidFill>
                  <a:srgbClr val="000000"/>
                </a:solidFill>
                <a:latin typeface="Arial"/>
              </a:rPr>
              <a:t>Clique para editar o formato do texto do título</a:t>
            </a:r>
            <a:endParaRPr b="0" lang="pt-BR" sz="4200" spc="-1" strike="noStrike">
              <a:solidFill>
                <a:srgbClr val="000000"/>
              </a:solidFill>
              <a:latin typeface="Arial"/>
            </a:endParaRPr>
          </a:p>
        </p:txBody>
      </p:sp>
      <p:sp>
        <p:nvSpPr>
          <p:cNvPr id="49" name="PlaceHolder 2"/>
          <p:cNvSpPr>
            <a:spLocks noGrp="1"/>
          </p:cNvSpPr>
          <p:nvPr>
            <p:ph type="body"/>
          </p:nvPr>
        </p:nvSpPr>
        <p:spPr>
          <a:xfrm>
            <a:off x="4939560" y="724320"/>
            <a:ext cx="3836520" cy="3694680"/>
          </a:xfrm>
          <a:prstGeom prst="rect">
            <a:avLst/>
          </a:prstGeom>
          <a:noFill/>
          <a:ln w="0">
            <a:noFill/>
          </a:ln>
        </p:spPr>
        <p:txBody>
          <a:bodyPr lIns="91440" rIns="91440" tIns="91440" bIns="91440" anchor="ctr">
            <a:normAutofit fontScale="87222" lnSpcReduction="10000"/>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50" name="PlaceHolder 3"/>
          <p:cNvSpPr>
            <a:spLocks noGrp="1"/>
          </p:cNvSpPr>
          <p:nvPr>
            <p:ph type="sldNum" idx="10"/>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accent1"/>
                </a:solidFill>
                <a:latin typeface="Old Standard TT"/>
                <a:ea typeface="Old Standard TT"/>
              </a:defRPr>
            </a:lvl1pPr>
          </a:lstStyle>
          <a:p>
            <a:pPr indent="0" algn="r">
              <a:lnSpc>
                <a:spcPct val="100000"/>
              </a:lnSpc>
              <a:buNone/>
              <a:tabLst>
                <a:tab algn="l" pos="0"/>
              </a:tabLst>
            </a:pPr>
            <a:fld id="{A2422E75-FCE9-4F70-ADEF-6A8B934E1596}" type="slidenum">
              <a:rPr b="0" lang="en" sz="1000" spc="-1" strike="noStrike">
                <a:solidFill>
                  <a:schemeClr val="accent1"/>
                </a:solidFill>
                <a:latin typeface="Old Standard TT"/>
                <a:ea typeface="Old Standard TT"/>
              </a:rPr>
              <a:t>&lt;número&gt;</a:t>
            </a:fld>
            <a:endParaRPr b="0" lang="pt-BR"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51" name="Google Shape;9;p1"/>
          <p:cNvSpPr/>
          <p:nvPr/>
        </p:nvSpPr>
        <p:spPr>
          <a:xfrm>
            <a:off x="2219760" y="4698360"/>
            <a:ext cx="4633200" cy="4575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900" spc="-1" strike="noStrike">
                <a:solidFill>
                  <a:schemeClr val="accent2"/>
                </a:solidFill>
                <a:latin typeface="Old Standard TT"/>
                <a:ea typeface="Old Standard TT"/>
              </a:rPr>
              <a:t>VI Scientific Method Congress in Internet Systems - IFPE Campus Igarassu - 2023.02</a:t>
            </a:r>
            <a:endParaRPr b="0" lang="pt-BR" sz="900" spc="-1" strike="noStrike">
              <a:solidFill>
                <a:srgbClr val="000000"/>
              </a:solidFill>
              <a:latin typeface="Arial"/>
            </a:endParaRPr>
          </a:p>
        </p:txBody>
      </p:sp>
      <p:sp>
        <p:nvSpPr>
          <p:cNvPr id="52" name="PlaceHolder 1"/>
          <p:cNvSpPr>
            <a:spLocks noGrp="1"/>
          </p:cNvSpPr>
          <p:nvPr>
            <p:ph type="body"/>
          </p:nvPr>
        </p:nvSpPr>
        <p:spPr>
          <a:xfrm>
            <a:off x="311760" y="4230720"/>
            <a:ext cx="5998320" cy="604800"/>
          </a:xfrm>
          <a:prstGeom prst="rect">
            <a:avLst/>
          </a:prstGeom>
          <a:noFill/>
          <a:ln w="0">
            <a:noFill/>
          </a:ln>
        </p:spPr>
        <p:txBody>
          <a:bodyPr lIns="91440" rIns="91440" tIns="91440" bIns="91440" anchor="ctr">
            <a:normAutofit fontScale="1111"/>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53" name="PlaceHolder 2"/>
          <p:cNvSpPr>
            <a:spLocks noGrp="1"/>
          </p:cNvSpPr>
          <p:nvPr>
            <p:ph type="sldNum" idx="11"/>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1"/>
                </a:solidFill>
                <a:latin typeface="Old Standard TT"/>
                <a:ea typeface="Old Standard TT"/>
              </a:defRPr>
            </a:lvl1pPr>
          </a:lstStyle>
          <a:p>
            <a:pPr indent="0" algn="r">
              <a:lnSpc>
                <a:spcPct val="100000"/>
              </a:lnSpc>
              <a:buNone/>
              <a:tabLst>
                <a:tab algn="l" pos="0"/>
              </a:tabLst>
            </a:pPr>
            <a:fld id="{516BFE49-60DE-448B-A84B-5C4E6D649752}" type="slidenum">
              <a:rPr b="0" lang="en" sz="1000" spc="-1" strike="noStrike">
                <a:solidFill>
                  <a:schemeClr val="dk1"/>
                </a:solidFill>
                <a:latin typeface="Old Standard TT"/>
                <a:ea typeface="Old Standard TT"/>
              </a:rPr>
              <a:t>&lt;número&gt;</a:t>
            </a:fld>
            <a:endParaRPr b="0" lang="pt-BR"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311760" y="444960"/>
            <a:ext cx="8520120" cy="6127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Old Standard TT"/>
                <a:ea typeface="Old Standard TT"/>
              </a:rPr>
              <a:t>Info about the presentation</a:t>
            </a:r>
            <a:endParaRPr b="0" lang="pt-BR" sz="3000" spc="-1" strike="noStrike">
              <a:solidFill>
                <a:srgbClr val="000000"/>
              </a:solidFill>
              <a:latin typeface="Arial"/>
            </a:endParaRPr>
          </a:p>
        </p:txBody>
      </p:sp>
      <p:sp>
        <p:nvSpPr>
          <p:cNvPr id="55" name="PlaceHolder 2"/>
          <p:cNvSpPr>
            <a:spLocks noGrp="1"/>
          </p:cNvSpPr>
          <p:nvPr>
            <p:ph/>
          </p:nvPr>
        </p:nvSpPr>
        <p:spPr>
          <a:xfrm>
            <a:off x="311760" y="1171440"/>
            <a:ext cx="8520120" cy="3396960"/>
          </a:xfrm>
          <a:prstGeom prst="rect">
            <a:avLst/>
          </a:prstGeom>
          <a:noFill/>
          <a:ln w="0">
            <a:noFill/>
          </a:ln>
        </p:spPr>
        <p:txBody>
          <a:bodyPr lIns="91440" rIns="91440" tIns="91440" bIns="91440" anchor="ctr">
            <a:normAutofit/>
          </a:bodyPr>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Time limit: 15 minutes</a:t>
            </a:r>
            <a:endParaRPr b="0" lang="pt-BR" sz="1800" spc="-1" strike="noStrike">
              <a:solidFill>
                <a:srgbClr val="000000"/>
              </a:solidFill>
              <a:latin typeface="Arial"/>
            </a:endParaRPr>
          </a:p>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PS - this slide should not be in the presentation</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512640" y="1893240"/>
            <a:ext cx="8118360" cy="1522440"/>
          </a:xfrm>
          <a:prstGeom prst="rect">
            <a:avLst/>
          </a:prstGeom>
          <a:noFill/>
          <a:ln w="0">
            <a:noFill/>
          </a:ln>
        </p:spPr>
        <p:txBody>
          <a:bodyPr lIns="91440" rIns="91440" tIns="91440" bIns="91440" anchor="b">
            <a:normAutofit/>
          </a:bodyPr>
          <a:p>
            <a:pPr indent="0">
              <a:lnSpc>
                <a:spcPct val="100000"/>
              </a:lnSpc>
              <a:buNone/>
              <a:tabLst>
                <a:tab algn="l" pos="0"/>
              </a:tabLst>
            </a:pPr>
            <a:r>
              <a:rPr b="0" lang="en" sz="4200" spc="-1" strike="noStrike">
                <a:solidFill>
                  <a:schemeClr val="accent1"/>
                </a:solidFill>
                <a:latin typeface="Old Standard TT"/>
                <a:ea typeface="Old Standard TT"/>
              </a:rPr>
              <a:t>Pollution, hospitalizations, deaths, and the flu.</a:t>
            </a:r>
            <a:endParaRPr b="0" lang="pt-BR" sz="4200" spc="-1" strike="noStrike">
              <a:solidFill>
                <a:srgbClr val="000000"/>
              </a:solidFill>
              <a:latin typeface="Arial"/>
            </a:endParaRPr>
          </a:p>
        </p:txBody>
      </p:sp>
      <p:sp>
        <p:nvSpPr>
          <p:cNvPr id="57" name="PlaceHolder 2"/>
          <p:cNvSpPr>
            <a:spLocks noGrp="1"/>
          </p:cNvSpPr>
          <p:nvPr>
            <p:ph type="subTitle"/>
          </p:nvPr>
        </p:nvSpPr>
        <p:spPr>
          <a:xfrm>
            <a:off x="512640" y="3840480"/>
            <a:ext cx="8118360" cy="787320"/>
          </a:xfrm>
          <a:prstGeom prst="rect">
            <a:avLst/>
          </a:prstGeom>
          <a:noFill/>
          <a:ln w="0">
            <a:noFill/>
          </a:ln>
        </p:spPr>
        <p:txBody>
          <a:bodyPr lIns="91440" rIns="91440" tIns="91440" bIns="91440" anchor="t">
            <a:normAutofit fontScale="62058" lnSpcReduction="10000"/>
          </a:bodyPr>
          <a:p>
            <a:pPr indent="0">
              <a:lnSpc>
                <a:spcPct val="100000"/>
              </a:lnSpc>
              <a:buNone/>
              <a:tabLst>
                <a:tab algn="l" pos="0"/>
              </a:tabLst>
            </a:pPr>
            <a:r>
              <a:rPr b="0" lang="en" sz="2400" spc="-1" strike="noStrike">
                <a:solidFill>
                  <a:schemeClr val="accent2"/>
                </a:solidFill>
                <a:latin typeface="Old Standard TT"/>
                <a:ea typeface="Old Standard TT"/>
              </a:rPr>
              <a:t>Carlos Nascimento – cjnc@discente.ifpe.edu.br</a:t>
            </a:r>
            <a:endParaRPr b="0" lang="pt-BR" sz="2400" spc="-1" strike="noStrike">
              <a:solidFill>
                <a:srgbClr val="ffffff"/>
              </a:solidFill>
              <a:latin typeface="Arial"/>
            </a:endParaRPr>
          </a:p>
          <a:p>
            <a:pPr indent="0">
              <a:lnSpc>
                <a:spcPct val="100000"/>
              </a:lnSpc>
              <a:buNone/>
              <a:tabLst>
                <a:tab algn="l" pos="0"/>
              </a:tabLst>
            </a:pPr>
            <a:r>
              <a:rPr b="0" lang="en" sz="2400" spc="-1" strike="noStrike">
                <a:solidFill>
                  <a:schemeClr val="accent2"/>
                </a:solidFill>
                <a:latin typeface="Old Standard TT"/>
                <a:ea typeface="Old Standard TT"/>
              </a:rPr>
              <a:t>…</a:t>
            </a:r>
            <a:endParaRPr b="0" lang="pt-BR" sz="2400" spc="-1" strike="noStrike">
              <a:solidFill>
                <a:srgbClr val="ffffff"/>
              </a:solidFill>
              <a:latin typeface="Arial"/>
            </a:endParaRPr>
          </a:p>
          <a:p>
            <a:pPr indent="0">
              <a:lnSpc>
                <a:spcPct val="100000"/>
              </a:lnSpc>
              <a:buNone/>
              <a:tabLst>
                <a:tab algn="l" pos="0"/>
              </a:tabLst>
            </a:pPr>
            <a:r>
              <a:rPr b="0" lang="en" sz="2400" spc="-1" strike="noStrike">
                <a:solidFill>
                  <a:schemeClr val="accent2"/>
                </a:solidFill>
                <a:latin typeface="Old Standard TT"/>
                <a:ea typeface="Old Standard TT"/>
              </a:rPr>
              <a:t>Author #n - Email</a:t>
            </a:r>
            <a:endParaRPr b="0" lang="pt-BR" sz="2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p:nvPr>
        </p:nvSpPr>
        <p:spPr>
          <a:xfrm>
            <a:off x="311760" y="1171440"/>
            <a:ext cx="8520120" cy="3396960"/>
          </a:xfrm>
          <a:prstGeom prst="rect">
            <a:avLst/>
          </a:prstGeom>
          <a:noFill/>
          <a:ln w="0">
            <a:noFill/>
          </a:ln>
        </p:spPr>
        <p:txBody>
          <a:bodyPr lIns="91440" rIns="91440" tIns="91440" bIns="91440" anchor="ctr">
            <a:normAutofit/>
          </a:bodyPr>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Optional</a:t>
            </a:r>
            <a:endParaRPr b="0" lang="pt-BR" sz="1800" spc="-1" strike="noStrike">
              <a:solidFill>
                <a:srgbClr val="000000"/>
              </a:solidFill>
              <a:latin typeface="Arial"/>
            </a:endParaRPr>
          </a:p>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Should list the key sections of the presentation</a:t>
            </a:r>
            <a:endParaRPr b="0" lang="pt-BR" sz="1800" spc="-1" strike="noStrike">
              <a:solidFill>
                <a:srgbClr val="000000"/>
              </a:solidFill>
              <a:latin typeface="Arial"/>
            </a:endParaRPr>
          </a:p>
          <a:p>
            <a:pPr lvl="1" marL="914400" indent="-317520">
              <a:lnSpc>
                <a:spcPct val="115000"/>
              </a:lnSpc>
              <a:buClr>
                <a:srgbClr val="000000"/>
              </a:buClr>
              <a:buFont typeface="Old Standard TT"/>
              <a:buChar char="○"/>
            </a:pPr>
            <a:r>
              <a:rPr b="0" lang="en" sz="1400" spc="-1" strike="noStrike">
                <a:solidFill>
                  <a:schemeClr val="dk1"/>
                </a:solidFill>
                <a:latin typeface="Old Standard TT"/>
                <a:ea typeface="Old Standard TT"/>
              </a:rPr>
              <a:t>Motivation</a:t>
            </a:r>
            <a:endParaRPr b="0" lang="pt-BR" sz="1400" spc="-1" strike="noStrike">
              <a:solidFill>
                <a:srgbClr val="000000"/>
              </a:solidFill>
              <a:latin typeface="Arial"/>
            </a:endParaRPr>
          </a:p>
          <a:p>
            <a:pPr lvl="1" marL="914400" indent="-317520">
              <a:lnSpc>
                <a:spcPct val="115000"/>
              </a:lnSpc>
              <a:buClr>
                <a:srgbClr val="000000"/>
              </a:buClr>
              <a:buFont typeface="Old Standard TT"/>
              <a:buChar char="○"/>
            </a:pPr>
            <a:r>
              <a:rPr b="0" lang="en" sz="1400" spc="-1" strike="noStrike">
                <a:solidFill>
                  <a:schemeClr val="dk1"/>
                </a:solidFill>
                <a:latin typeface="Old Standard TT"/>
                <a:ea typeface="Old Standard TT"/>
              </a:rPr>
              <a:t>Introduction</a:t>
            </a:r>
            <a:endParaRPr b="0" lang="pt-BR" sz="1400" spc="-1" strike="noStrike">
              <a:solidFill>
                <a:srgbClr val="000000"/>
              </a:solidFill>
              <a:latin typeface="Arial"/>
            </a:endParaRPr>
          </a:p>
          <a:p>
            <a:pPr lvl="1" marL="914400" indent="-317520">
              <a:lnSpc>
                <a:spcPct val="115000"/>
              </a:lnSpc>
              <a:buClr>
                <a:srgbClr val="000000"/>
              </a:buClr>
              <a:buFont typeface="Old Standard TT"/>
              <a:buChar char="○"/>
            </a:pPr>
            <a:r>
              <a:rPr b="0" lang="en" sz="1400" spc="-1" strike="noStrike">
                <a:solidFill>
                  <a:schemeClr val="dk1"/>
                </a:solidFill>
                <a:latin typeface="Old Standard TT"/>
                <a:ea typeface="Old Standard TT"/>
              </a:rPr>
              <a:t>Related Work and/or Previous Works on the Field</a:t>
            </a:r>
            <a:endParaRPr b="0" lang="pt-BR" sz="1400" spc="-1" strike="noStrike">
              <a:solidFill>
                <a:srgbClr val="000000"/>
              </a:solidFill>
              <a:latin typeface="Arial"/>
            </a:endParaRPr>
          </a:p>
          <a:p>
            <a:pPr lvl="1" marL="914400" indent="-317520">
              <a:lnSpc>
                <a:spcPct val="115000"/>
              </a:lnSpc>
              <a:buClr>
                <a:srgbClr val="000000"/>
              </a:buClr>
              <a:buFont typeface="Old Standard TT"/>
              <a:buChar char="○"/>
            </a:pPr>
            <a:r>
              <a:rPr b="0" lang="en" sz="1400" spc="-1" strike="noStrike">
                <a:solidFill>
                  <a:schemeClr val="dk1"/>
                </a:solidFill>
                <a:latin typeface="Old Standard TT"/>
                <a:ea typeface="Old Standard TT"/>
              </a:rPr>
              <a:t>Methodology</a:t>
            </a:r>
            <a:endParaRPr b="0" lang="pt-BR" sz="1400" spc="-1" strike="noStrike">
              <a:solidFill>
                <a:srgbClr val="000000"/>
              </a:solidFill>
              <a:latin typeface="Arial"/>
            </a:endParaRPr>
          </a:p>
          <a:p>
            <a:pPr lvl="1" marL="914400" indent="-317520">
              <a:lnSpc>
                <a:spcPct val="115000"/>
              </a:lnSpc>
              <a:buClr>
                <a:srgbClr val="000000"/>
              </a:buClr>
              <a:buFont typeface="Old Standard TT"/>
              <a:buChar char="○"/>
            </a:pPr>
            <a:r>
              <a:rPr b="0" lang="en" sz="1400" spc="-1" strike="noStrike">
                <a:solidFill>
                  <a:schemeClr val="dk1"/>
                </a:solidFill>
                <a:latin typeface="Old Standard TT"/>
                <a:ea typeface="Old Standard TT"/>
              </a:rPr>
              <a:t>Proposed Model/Solution</a:t>
            </a:r>
            <a:endParaRPr b="0" lang="pt-BR" sz="1400" spc="-1" strike="noStrike">
              <a:solidFill>
                <a:srgbClr val="000000"/>
              </a:solidFill>
              <a:latin typeface="Arial"/>
            </a:endParaRPr>
          </a:p>
          <a:p>
            <a:pPr lvl="1" marL="914400" indent="-317520">
              <a:lnSpc>
                <a:spcPct val="115000"/>
              </a:lnSpc>
              <a:buClr>
                <a:srgbClr val="000000"/>
              </a:buClr>
              <a:buFont typeface="Old Standard TT"/>
              <a:buChar char="○"/>
            </a:pPr>
            <a:r>
              <a:rPr b="0" lang="en" sz="1400" spc="-1" strike="noStrike">
                <a:solidFill>
                  <a:schemeClr val="dk1"/>
                </a:solidFill>
                <a:latin typeface="Old Standard TT"/>
                <a:ea typeface="Old Standard TT"/>
              </a:rPr>
              <a:t>Experiments and e Results</a:t>
            </a:r>
            <a:endParaRPr b="0" lang="pt-BR" sz="1400" spc="-1" strike="noStrike">
              <a:solidFill>
                <a:srgbClr val="000000"/>
              </a:solidFill>
              <a:latin typeface="Arial"/>
            </a:endParaRPr>
          </a:p>
          <a:p>
            <a:pPr lvl="1" marL="914400" indent="-317520">
              <a:lnSpc>
                <a:spcPct val="115000"/>
              </a:lnSpc>
              <a:buClr>
                <a:srgbClr val="000000"/>
              </a:buClr>
              <a:buFont typeface="Old Standard TT"/>
              <a:buChar char="○"/>
            </a:pPr>
            <a:r>
              <a:rPr b="0" lang="en" sz="1400" spc="-1" strike="noStrike">
                <a:solidFill>
                  <a:schemeClr val="dk1"/>
                </a:solidFill>
                <a:latin typeface="Old Standard TT"/>
                <a:ea typeface="Old Standard TT"/>
              </a:rPr>
              <a:t>Conclusion and Future Work</a:t>
            </a:r>
            <a:endParaRPr b="0" lang="pt-BR" sz="1400" spc="-1" strike="noStrike">
              <a:solidFill>
                <a:srgbClr val="000000"/>
              </a:solidFill>
              <a:latin typeface="Arial"/>
            </a:endParaRPr>
          </a:p>
        </p:txBody>
      </p:sp>
      <p:sp>
        <p:nvSpPr>
          <p:cNvPr id="59" name="PlaceHolder 2"/>
          <p:cNvSpPr>
            <a:spLocks noGrp="1"/>
          </p:cNvSpPr>
          <p:nvPr>
            <p:ph type="title"/>
          </p:nvPr>
        </p:nvSpPr>
        <p:spPr>
          <a:xfrm>
            <a:off x="311760" y="444960"/>
            <a:ext cx="8520120" cy="6127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Old Standard TT"/>
                <a:ea typeface="Old Standard TT"/>
              </a:rPr>
              <a:t>Summary</a:t>
            </a:r>
            <a:endParaRPr b="0" lang="pt-BR"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311760" y="444960"/>
            <a:ext cx="8520120" cy="6127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Old Standard TT"/>
                <a:ea typeface="Old Standard TT"/>
              </a:rPr>
              <a:t>Motivation</a:t>
            </a:r>
            <a:endParaRPr b="0" lang="pt-BR" sz="3000" spc="-1" strike="noStrike">
              <a:solidFill>
                <a:srgbClr val="000000"/>
              </a:solidFill>
              <a:latin typeface="Arial"/>
            </a:endParaRPr>
          </a:p>
        </p:txBody>
      </p:sp>
      <p:sp>
        <p:nvSpPr>
          <p:cNvPr id="61" name="PlaceHolder 2"/>
          <p:cNvSpPr>
            <a:spLocks noGrp="1"/>
          </p:cNvSpPr>
          <p:nvPr>
            <p:ph/>
          </p:nvPr>
        </p:nvSpPr>
        <p:spPr>
          <a:xfrm>
            <a:off x="311760" y="1171440"/>
            <a:ext cx="8520120" cy="3396960"/>
          </a:xfrm>
          <a:prstGeom prst="rect">
            <a:avLst/>
          </a:prstGeom>
          <a:noFill/>
          <a:ln w="0">
            <a:noFill/>
          </a:ln>
        </p:spPr>
        <p:txBody>
          <a:bodyPr lIns="91440" rIns="91440" tIns="91440" bIns="91440" anchor="ctr">
            <a:normAutofit fontScale="98333" lnSpcReduction="10000"/>
          </a:bodyPr>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Why the problem is relevant (for the society)?</a:t>
            </a:r>
            <a:endParaRPr b="0" lang="pt-BR" sz="1800" spc="-1" strike="noStrike">
              <a:solidFill>
                <a:srgbClr val="000000"/>
              </a:solidFill>
              <a:latin typeface="Arial"/>
            </a:endParaRPr>
          </a:p>
          <a:p>
            <a:pPr marL="457200" indent="0" algn="just">
              <a:lnSpc>
                <a:spcPct val="115000"/>
              </a:lnSpc>
              <a:spcBef>
                <a:spcPts val="1191"/>
              </a:spcBef>
              <a:spcAft>
                <a:spcPts val="992"/>
              </a:spcAft>
              <a:buNone/>
            </a:pPr>
            <a:r>
              <a:rPr b="0" lang="en" sz="1800" spc="-1" strike="noStrike">
                <a:solidFill>
                  <a:schemeClr val="dk1"/>
                </a:solidFill>
                <a:latin typeface="Old Standard TT"/>
                <a:ea typeface="Old Standard TT"/>
              </a:rPr>
              <a:t>The motivation for studying the relationship between influenza, vaccination coverage, hospitalizations, and mortality lies in the need to understand the real impact of vaccination programs on public health outcomes and the reduction of severe cases associated with the disease. Although influenza is often perceived as a common seasonal respiratory infection, it continues to be responsible for a significant number of hospital admissions and deaths, particularly among the elderly, young children, pregnant women, and individuals with pre-existing medical conditions.</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311760" y="444960"/>
            <a:ext cx="8520120" cy="6127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Old Standard TT"/>
                <a:ea typeface="Old Standard TT"/>
              </a:rPr>
              <a:t>Introduction</a:t>
            </a:r>
            <a:endParaRPr b="0" lang="pt-BR" sz="3000" spc="-1" strike="noStrike">
              <a:solidFill>
                <a:srgbClr val="000000"/>
              </a:solidFill>
              <a:latin typeface="Arial"/>
            </a:endParaRPr>
          </a:p>
        </p:txBody>
      </p:sp>
      <p:sp>
        <p:nvSpPr>
          <p:cNvPr id="63" name="PlaceHolder 2"/>
          <p:cNvSpPr>
            <a:spLocks noGrp="1"/>
          </p:cNvSpPr>
          <p:nvPr>
            <p:ph/>
          </p:nvPr>
        </p:nvSpPr>
        <p:spPr>
          <a:xfrm>
            <a:off x="311760" y="1171440"/>
            <a:ext cx="8520120" cy="3396960"/>
          </a:xfrm>
          <a:prstGeom prst="rect">
            <a:avLst/>
          </a:prstGeom>
          <a:noFill/>
          <a:ln w="0">
            <a:noFill/>
          </a:ln>
        </p:spPr>
        <p:txBody>
          <a:bodyPr lIns="91440" rIns="91440" tIns="91440" bIns="91440" anchor="ctr">
            <a:normAutofit/>
          </a:bodyPr>
          <a:p>
            <a:pPr marL="457200" indent="-343080">
              <a:lnSpc>
                <a:spcPct val="115000"/>
              </a:lnSpc>
              <a:spcBef>
                <a:spcPts val="1191"/>
              </a:spcBef>
              <a:spcAft>
                <a:spcPts val="992"/>
              </a:spcAft>
              <a:buClr>
                <a:srgbClr val="000000"/>
              </a:buClr>
              <a:buFont typeface="Old Standard TT"/>
              <a:buChar char="●"/>
            </a:pPr>
            <a:r>
              <a:rPr b="0" lang="en" sz="1800" spc="-1" strike="noStrike">
                <a:solidFill>
                  <a:schemeClr val="dk1"/>
                </a:solidFill>
                <a:latin typeface="Old Standard TT"/>
                <a:ea typeface="Old Standard TT"/>
              </a:rPr>
              <a:t>Public health and epidemiology</a:t>
            </a:r>
            <a:endParaRPr b="0" lang="pt-BR" sz="1800" spc="-1" strike="noStrike">
              <a:solidFill>
                <a:srgbClr val="000000"/>
              </a:solidFill>
              <a:latin typeface="Arial"/>
            </a:endParaRPr>
          </a:p>
          <a:p>
            <a:pPr marL="457200" indent="-343080">
              <a:lnSpc>
                <a:spcPct val="115000"/>
              </a:lnSpc>
              <a:spcBef>
                <a:spcPts val="1191"/>
              </a:spcBef>
              <a:spcAft>
                <a:spcPts val="992"/>
              </a:spcAft>
              <a:buClr>
                <a:srgbClr val="000000"/>
              </a:buClr>
              <a:buFont typeface="Old Standard TT"/>
              <a:buChar char="●"/>
            </a:pPr>
            <a:r>
              <a:rPr b="0" lang="en" sz="1800" spc="-1" strike="noStrike">
                <a:solidFill>
                  <a:schemeClr val="dk1"/>
                </a:solidFill>
                <a:latin typeface="Old Standard TT"/>
                <a:ea typeface="Old Standard TT"/>
              </a:rPr>
              <a:t>This project is inserted in the public health and epidemiology niche, focusing specifically on the evaluation of vaccine-preventable diseases and their impact on population health outcomes</a:t>
            </a:r>
            <a:endParaRPr b="0" lang="pt-BR" sz="1800" spc="-1" strike="noStrike">
              <a:solidFill>
                <a:srgbClr val="000000"/>
              </a:solidFill>
              <a:latin typeface="Arial"/>
            </a:endParaRPr>
          </a:p>
          <a:p>
            <a:pPr marL="457200" indent="-343080">
              <a:lnSpc>
                <a:spcPct val="115000"/>
              </a:lnSpc>
              <a:spcBef>
                <a:spcPts val="1191"/>
              </a:spcBef>
              <a:spcAft>
                <a:spcPts val="992"/>
              </a:spcAft>
              <a:buClr>
                <a:srgbClr val="000000"/>
              </a:buClr>
              <a:buFont typeface="Old Standard TT"/>
              <a:buChar char="●"/>
            </a:pPr>
            <a:r>
              <a:rPr b="0" lang="en" sz="1800" spc="-1" strike="noStrike">
                <a:solidFill>
                  <a:schemeClr val="dk1"/>
                </a:solidFill>
                <a:latin typeface="Old Standard TT"/>
                <a:ea typeface="Old Standard TT"/>
              </a:rPr>
              <a:t>This research collaborates to fulfill the niche by providing quantitative and evidence-based insights into the effectiveness of influenza vaccination in reducing hospitalizations and deaths</a:t>
            </a:r>
            <a:endParaRPr b="0" lang="pt-BR" sz="1800" spc="-1" strike="noStrike">
              <a:solidFill>
                <a:srgbClr val="000000"/>
              </a:solidFill>
              <a:latin typeface="Arial"/>
            </a:endParaRPr>
          </a:p>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What is the research hypothesis?*****Fazer essa parte******</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p:nvPr>
        </p:nvSpPr>
        <p:spPr>
          <a:xfrm>
            <a:off x="311760" y="1171440"/>
            <a:ext cx="8520120" cy="3396960"/>
          </a:xfrm>
          <a:prstGeom prst="rect">
            <a:avLst/>
          </a:prstGeom>
          <a:noFill/>
          <a:ln w="0">
            <a:noFill/>
          </a:ln>
        </p:spPr>
        <p:txBody>
          <a:bodyPr lIns="91440" rIns="91440" tIns="91440" bIns="91440" anchor="ctr">
            <a:normAutofit/>
          </a:bodyPr>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In which authors and scientific concepts your research uses?</a:t>
            </a:r>
            <a:endParaRPr b="0" lang="pt-BR" sz="1800" spc="-1" strike="noStrike">
              <a:solidFill>
                <a:srgbClr val="000000"/>
              </a:solidFill>
              <a:latin typeface="Arial"/>
            </a:endParaRPr>
          </a:p>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What is essential in order to understand your research?</a:t>
            </a:r>
            <a:endParaRPr b="0" lang="pt-BR" sz="1800" spc="-1" strike="noStrike">
              <a:solidFill>
                <a:srgbClr val="000000"/>
              </a:solidFill>
              <a:latin typeface="Arial"/>
            </a:endParaRPr>
          </a:p>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Fundamental in humanities papers, however it may not be needed mandatory in exact sciences</a:t>
            </a:r>
            <a:endParaRPr b="0" lang="pt-BR" sz="1800" spc="-1" strike="noStrike">
              <a:solidFill>
                <a:srgbClr val="000000"/>
              </a:solidFill>
              <a:latin typeface="Arial"/>
            </a:endParaRPr>
          </a:p>
        </p:txBody>
      </p:sp>
      <p:sp>
        <p:nvSpPr>
          <p:cNvPr id="65" name="PlaceHolder 2"/>
          <p:cNvSpPr>
            <a:spLocks noGrp="1"/>
          </p:cNvSpPr>
          <p:nvPr>
            <p:ph type="title"/>
          </p:nvPr>
        </p:nvSpPr>
        <p:spPr>
          <a:xfrm>
            <a:off x="311760" y="444960"/>
            <a:ext cx="8520120" cy="6127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Old Standard TT"/>
                <a:ea typeface="Old Standard TT"/>
              </a:rPr>
              <a:t>Theoretical Foundation</a:t>
            </a:r>
            <a:endParaRPr b="0" lang="pt-BR" sz="3000" spc="-1" strike="noStrike">
              <a:solidFill>
                <a:srgbClr val="000000"/>
              </a:solidFill>
              <a:latin typeface="Arial"/>
            </a:endParaRPr>
          </a:p>
        </p:txBody>
      </p:sp>
      <p:sp>
        <p:nvSpPr>
          <p:cNvPr id="66" name=""/>
          <p:cNvSpPr txBox="1"/>
          <p:nvPr/>
        </p:nvSpPr>
        <p:spPr>
          <a:xfrm>
            <a:off x="4320000" y="1171440"/>
            <a:ext cx="3780000" cy="988560"/>
          </a:xfrm>
          <a:prstGeom prst="rect">
            <a:avLst/>
          </a:prstGeom>
          <a:noFill/>
          <a:ln w="0">
            <a:noFill/>
          </a:ln>
        </p:spPr>
        <p:txBody>
          <a:bodyPr lIns="90000" rIns="90000" tIns="45000" bIns="45000" anchor="t">
            <a:noAutofit/>
          </a:bodyPr>
          <a:p>
            <a:r>
              <a:rPr b="0" lang="pt-BR" sz="1800" spc="-1" strike="noStrike">
                <a:solidFill>
                  <a:srgbClr val="000000"/>
                </a:solidFill>
                <a:latin typeface="Arial"/>
              </a:rPr>
              <a:t>****Fazer essa parte******</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311760" y="444960"/>
            <a:ext cx="8520120" cy="6127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Old Standard TT"/>
                <a:ea typeface="Old Standard TT"/>
              </a:rPr>
              <a:t>Related Work and/or Previous Word on the Field</a:t>
            </a:r>
            <a:endParaRPr b="0" lang="pt-BR" sz="3000" spc="-1" strike="noStrike">
              <a:solidFill>
                <a:srgbClr val="000000"/>
              </a:solidFill>
              <a:latin typeface="Arial"/>
            </a:endParaRPr>
          </a:p>
        </p:txBody>
      </p:sp>
      <p:sp>
        <p:nvSpPr>
          <p:cNvPr id="68" name="PlaceHolder 2"/>
          <p:cNvSpPr>
            <a:spLocks noGrp="1"/>
          </p:cNvSpPr>
          <p:nvPr>
            <p:ph/>
          </p:nvPr>
        </p:nvSpPr>
        <p:spPr>
          <a:xfrm>
            <a:off x="311760" y="1171440"/>
            <a:ext cx="8520120" cy="3396960"/>
          </a:xfrm>
          <a:prstGeom prst="rect">
            <a:avLst/>
          </a:prstGeom>
          <a:noFill/>
          <a:ln w="0">
            <a:noFill/>
          </a:ln>
        </p:spPr>
        <p:txBody>
          <a:bodyPr lIns="91440" rIns="91440" tIns="91440" bIns="91440" anchor="ctr">
            <a:normAutofit/>
          </a:bodyPr>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Related work</a:t>
            </a:r>
            <a:endParaRPr b="0" lang="pt-BR" sz="1800" spc="-1" strike="noStrike">
              <a:solidFill>
                <a:srgbClr val="000000"/>
              </a:solidFill>
              <a:latin typeface="Arial"/>
            </a:endParaRPr>
          </a:p>
          <a:p>
            <a:pPr lvl="1" marL="914400" indent="-317520">
              <a:lnSpc>
                <a:spcPct val="115000"/>
              </a:lnSpc>
              <a:buClr>
                <a:srgbClr val="000000"/>
              </a:buClr>
              <a:buFont typeface="Old Standard TT"/>
              <a:buChar char="○"/>
            </a:pPr>
            <a:r>
              <a:rPr b="0" lang="en" sz="1400" spc="-1" strike="noStrike">
                <a:solidFill>
                  <a:schemeClr val="dk1"/>
                </a:solidFill>
                <a:latin typeface="Old Standard TT"/>
                <a:ea typeface="Old Standard TT"/>
              </a:rPr>
              <a:t>Work that was used as basis (references) to the make project viable</a:t>
            </a:r>
            <a:endParaRPr b="0" lang="pt-BR" sz="1400" spc="-1" strike="noStrike">
              <a:solidFill>
                <a:srgbClr val="000000"/>
              </a:solidFill>
              <a:latin typeface="Arial"/>
            </a:endParaRPr>
          </a:p>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Previous word on the field </a:t>
            </a:r>
            <a:endParaRPr b="0" lang="pt-BR" sz="1800" spc="-1" strike="noStrike">
              <a:solidFill>
                <a:srgbClr val="000000"/>
              </a:solidFill>
              <a:latin typeface="Arial"/>
            </a:endParaRPr>
          </a:p>
          <a:p>
            <a:pPr lvl="1" marL="914400" indent="-317520">
              <a:lnSpc>
                <a:spcPct val="115000"/>
              </a:lnSpc>
              <a:buClr>
                <a:srgbClr val="000000"/>
              </a:buClr>
              <a:buFont typeface="Old Standard TT"/>
              <a:buChar char="○"/>
            </a:pPr>
            <a:r>
              <a:rPr b="0" lang="en" sz="1400" spc="-1" strike="noStrike">
                <a:solidFill>
                  <a:schemeClr val="dk1"/>
                </a:solidFill>
                <a:latin typeface="Old Standard TT"/>
                <a:ea typeface="Old Standard TT"/>
              </a:rPr>
              <a:t>Works that are similar to the one been presented</a:t>
            </a:r>
            <a:endParaRPr b="0" lang="pt-BR" sz="1400" spc="-1" strike="noStrike">
              <a:solidFill>
                <a:srgbClr val="000000"/>
              </a:solidFill>
              <a:latin typeface="Arial"/>
            </a:endParaRPr>
          </a:p>
        </p:txBody>
      </p:sp>
      <p:sp>
        <p:nvSpPr>
          <p:cNvPr id="69" name=""/>
          <p:cNvSpPr txBox="1"/>
          <p:nvPr/>
        </p:nvSpPr>
        <p:spPr>
          <a:xfrm>
            <a:off x="1440000" y="1171440"/>
            <a:ext cx="6300000" cy="808560"/>
          </a:xfrm>
          <a:prstGeom prst="rect">
            <a:avLst/>
          </a:prstGeom>
          <a:noFill/>
          <a:ln w="0">
            <a:noFill/>
          </a:ln>
        </p:spPr>
        <p:txBody>
          <a:bodyPr lIns="90000" rIns="90000" tIns="45000" bIns="45000" anchor="t">
            <a:noAutofit/>
          </a:bodyPr>
          <a:p>
            <a:r>
              <a:rPr b="0" lang="pt-BR" sz="1800" spc="-1" strike="noStrike">
                <a:solidFill>
                  <a:srgbClr val="000000"/>
                </a:solidFill>
                <a:latin typeface="Arial"/>
              </a:rPr>
              <a:t>*******FAZER ESSA PARTE*******</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311760" y="444960"/>
            <a:ext cx="8520120" cy="6127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Old Standard TT"/>
                <a:ea typeface="Old Standard TT"/>
              </a:rPr>
              <a:t>Methodology</a:t>
            </a:r>
            <a:endParaRPr b="0" lang="pt-BR" sz="3000" spc="-1" strike="noStrike">
              <a:solidFill>
                <a:srgbClr val="000000"/>
              </a:solidFill>
              <a:latin typeface="Arial"/>
            </a:endParaRPr>
          </a:p>
        </p:txBody>
      </p:sp>
      <p:sp>
        <p:nvSpPr>
          <p:cNvPr id="71" name="PlaceHolder 2"/>
          <p:cNvSpPr>
            <a:spLocks noGrp="1"/>
          </p:cNvSpPr>
          <p:nvPr>
            <p:ph/>
          </p:nvPr>
        </p:nvSpPr>
        <p:spPr>
          <a:xfrm>
            <a:off x="311760" y="1171440"/>
            <a:ext cx="8520120" cy="3396960"/>
          </a:xfrm>
          <a:prstGeom prst="rect">
            <a:avLst/>
          </a:prstGeom>
          <a:noFill/>
          <a:ln w="0">
            <a:noFill/>
          </a:ln>
        </p:spPr>
        <p:txBody>
          <a:bodyPr lIns="91440" rIns="91440" tIns="91440" bIns="91440" anchor="ctr">
            <a:normAutofit/>
          </a:bodyPr>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How the research was developed?</a:t>
            </a:r>
            <a:endParaRPr b="0" lang="pt-BR" sz="1800" spc="-1" strike="noStrike">
              <a:solidFill>
                <a:srgbClr val="000000"/>
              </a:solidFill>
              <a:latin typeface="Arial"/>
            </a:endParaRPr>
          </a:p>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How the experiments were designed?</a:t>
            </a:r>
            <a:endParaRPr b="0" lang="pt-BR" sz="1800" spc="-1" strike="noStrike">
              <a:solidFill>
                <a:srgbClr val="000000"/>
              </a:solidFill>
              <a:latin typeface="Arial"/>
            </a:endParaRPr>
          </a:p>
        </p:txBody>
      </p:sp>
      <p:sp>
        <p:nvSpPr>
          <p:cNvPr id="72" name=""/>
          <p:cNvSpPr txBox="1"/>
          <p:nvPr/>
        </p:nvSpPr>
        <p:spPr>
          <a:xfrm>
            <a:off x="3960000" y="720000"/>
            <a:ext cx="4680000" cy="1260000"/>
          </a:xfrm>
          <a:prstGeom prst="rect">
            <a:avLst/>
          </a:prstGeom>
          <a:noFill/>
          <a:ln w="0">
            <a:noFill/>
          </a:ln>
        </p:spPr>
        <p:txBody>
          <a:bodyPr lIns="90000" rIns="90000" tIns="45000" bIns="45000" anchor="t">
            <a:noAutofit/>
          </a:bodyPr>
          <a:p>
            <a:r>
              <a:rPr b="0" lang="pt-BR" sz="1800" spc="-1" strike="noStrike">
                <a:solidFill>
                  <a:srgbClr val="000000"/>
                </a:solidFill>
                <a:latin typeface="Arial"/>
              </a:rPr>
              <a:t>*****Fazer essa parte******</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311760" y="444960"/>
            <a:ext cx="8520120" cy="6127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Old Standard TT"/>
                <a:ea typeface="Old Standard TT"/>
              </a:rPr>
              <a:t>Proposed Model / Solution</a:t>
            </a:r>
            <a:endParaRPr b="0" lang="pt-BR" sz="3000" spc="-1" strike="noStrike">
              <a:solidFill>
                <a:srgbClr val="000000"/>
              </a:solidFill>
              <a:latin typeface="Arial"/>
            </a:endParaRPr>
          </a:p>
        </p:txBody>
      </p:sp>
      <p:sp>
        <p:nvSpPr>
          <p:cNvPr id="74" name="PlaceHolder 2"/>
          <p:cNvSpPr>
            <a:spLocks noGrp="1"/>
          </p:cNvSpPr>
          <p:nvPr>
            <p:ph/>
          </p:nvPr>
        </p:nvSpPr>
        <p:spPr>
          <a:xfrm>
            <a:off x="311760" y="1171440"/>
            <a:ext cx="8520120" cy="3396960"/>
          </a:xfrm>
          <a:prstGeom prst="rect">
            <a:avLst/>
          </a:prstGeom>
          <a:noFill/>
          <a:ln w="0">
            <a:noFill/>
          </a:ln>
        </p:spPr>
        <p:txBody>
          <a:bodyPr lIns="91440" rIns="91440" tIns="91440" bIns="91440" anchor="ctr">
            <a:normAutofit/>
          </a:bodyPr>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All the essential details of the solution created for the problem</a:t>
            </a:r>
            <a:endParaRPr b="0" lang="pt-BR" sz="1800" spc="-1" strike="noStrike">
              <a:solidFill>
                <a:srgbClr val="000000"/>
              </a:solidFill>
              <a:latin typeface="Arial"/>
            </a:endParaRPr>
          </a:p>
        </p:txBody>
      </p:sp>
      <p:sp>
        <p:nvSpPr>
          <p:cNvPr id="75" name=""/>
          <p:cNvSpPr txBox="1"/>
          <p:nvPr/>
        </p:nvSpPr>
        <p:spPr>
          <a:xfrm>
            <a:off x="5760000" y="444960"/>
            <a:ext cx="2880000" cy="995040"/>
          </a:xfrm>
          <a:prstGeom prst="rect">
            <a:avLst/>
          </a:prstGeom>
          <a:noFill/>
          <a:ln w="0">
            <a:noFill/>
          </a:ln>
        </p:spPr>
        <p:txBody>
          <a:bodyPr lIns="90000" rIns="90000" tIns="45000" bIns="45000" anchor="t">
            <a:noAutofit/>
          </a:bodyPr>
          <a:p>
            <a:r>
              <a:rPr b="0" lang="pt-BR" sz="1800" spc="-1" strike="noStrike">
                <a:solidFill>
                  <a:srgbClr val="000000"/>
                </a:solidFill>
                <a:latin typeface="Arial"/>
              </a:rPr>
              <a:t>****FAZER ESSA PARTE*****</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540000" y="540000"/>
            <a:ext cx="8520120" cy="6127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Old Standard TT"/>
                <a:ea typeface="Old Standard TT"/>
              </a:rPr>
              <a:t>Experiments and Results</a:t>
            </a:r>
            <a:endParaRPr b="0" lang="pt-BR" sz="3000" spc="-1" strike="noStrike">
              <a:solidFill>
                <a:srgbClr val="000000"/>
              </a:solidFill>
              <a:latin typeface="Arial"/>
            </a:endParaRPr>
          </a:p>
        </p:txBody>
      </p:sp>
      <p:sp>
        <p:nvSpPr>
          <p:cNvPr id="77" name="PlaceHolder 2"/>
          <p:cNvSpPr>
            <a:spLocks noGrp="1"/>
          </p:cNvSpPr>
          <p:nvPr>
            <p:ph/>
          </p:nvPr>
        </p:nvSpPr>
        <p:spPr>
          <a:xfrm>
            <a:off x="311760" y="1171440"/>
            <a:ext cx="8520120" cy="3396960"/>
          </a:xfrm>
          <a:prstGeom prst="rect">
            <a:avLst/>
          </a:prstGeom>
          <a:noFill/>
          <a:ln w="0">
            <a:noFill/>
          </a:ln>
        </p:spPr>
        <p:txBody>
          <a:bodyPr lIns="91440" rIns="91440" tIns="91440" bIns="91440" anchor="ctr">
            <a:normAutofit/>
          </a:bodyPr>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List of all relevant results</a:t>
            </a:r>
            <a:endParaRPr b="0" lang="pt-BR" sz="1800" spc="-1" strike="noStrike">
              <a:solidFill>
                <a:srgbClr val="000000"/>
              </a:solidFill>
              <a:latin typeface="Arial"/>
            </a:endParaRPr>
          </a:p>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Discussion about the results and is consequences</a:t>
            </a:r>
            <a:endParaRPr b="0" lang="pt-BR" sz="1800" spc="-1" strike="noStrike">
              <a:solidFill>
                <a:srgbClr val="000000"/>
              </a:solidFill>
              <a:latin typeface="Arial"/>
            </a:endParaRPr>
          </a:p>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The hypothesis holds true?</a:t>
            </a:r>
            <a:endParaRPr b="0" lang="pt-BR" sz="1800" spc="-1" strike="noStrike">
              <a:solidFill>
                <a:srgbClr val="000000"/>
              </a:solidFill>
              <a:latin typeface="Arial"/>
            </a:endParaRPr>
          </a:p>
        </p:txBody>
      </p:sp>
      <p:sp>
        <p:nvSpPr>
          <p:cNvPr id="78" name=""/>
          <p:cNvSpPr txBox="1"/>
          <p:nvPr/>
        </p:nvSpPr>
        <p:spPr>
          <a:xfrm>
            <a:off x="5400000" y="1152720"/>
            <a:ext cx="3600000" cy="1007280"/>
          </a:xfrm>
          <a:prstGeom prst="rect">
            <a:avLst/>
          </a:prstGeom>
          <a:noFill/>
          <a:ln w="0">
            <a:noFill/>
          </a:ln>
        </p:spPr>
        <p:txBody>
          <a:bodyPr lIns="90000" rIns="90000" tIns="45000" bIns="45000" anchor="t">
            <a:noAutofit/>
          </a:bodyPr>
          <a:p>
            <a:r>
              <a:rPr b="0" lang="pt-BR" sz="1800" spc="-1" strike="noStrike">
                <a:solidFill>
                  <a:srgbClr val="000000"/>
                </a:solidFill>
                <a:latin typeface="Arial"/>
              </a:rPr>
              <a:t>****FAZER ESSA PARTE*****</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311760" y="444960"/>
            <a:ext cx="8520120" cy="6127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Old Standard TT"/>
                <a:ea typeface="Old Standard TT"/>
              </a:rPr>
              <a:t>Conclusion and Future Work</a:t>
            </a:r>
            <a:endParaRPr b="0" lang="pt-BR" sz="3000" spc="-1" strike="noStrike">
              <a:solidFill>
                <a:srgbClr val="000000"/>
              </a:solidFill>
              <a:latin typeface="Arial"/>
            </a:endParaRPr>
          </a:p>
        </p:txBody>
      </p:sp>
      <p:sp>
        <p:nvSpPr>
          <p:cNvPr id="80" name="PlaceHolder 2"/>
          <p:cNvSpPr>
            <a:spLocks noGrp="1"/>
          </p:cNvSpPr>
          <p:nvPr>
            <p:ph/>
          </p:nvPr>
        </p:nvSpPr>
        <p:spPr>
          <a:xfrm>
            <a:off x="311760" y="1171440"/>
            <a:ext cx="8520120" cy="3396960"/>
          </a:xfrm>
          <a:prstGeom prst="rect">
            <a:avLst/>
          </a:prstGeom>
          <a:noFill/>
          <a:ln w="0">
            <a:noFill/>
          </a:ln>
        </p:spPr>
        <p:txBody>
          <a:bodyPr lIns="91440" rIns="91440" tIns="91440" bIns="91440" anchor="ctr">
            <a:normAutofit/>
          </a:bodyPr>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Summary of the project’s trajectory </a:t>
            </a:r>
            <a:endParaRPr b="0" lang="pt-BR" sz="1800" spc="-1" strike="noStrike">
              <a:solidFill>
                <a:srgbClr val="000000"/>
              </a:solidFill>
              <a:latin typeface="Arial"/>
            </a:endParaRPr>
          </a:p>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Summary of the results (including its consequences)</a:t>
            </a:r>
            <a:endParaRPr b="0" lang="pt-BR" sz="1800" spc="-1" strike="noStrike">
              <a:solidFill>
                <a:srgbClr val="000000"/>
              </a:solidFill>
              <a:latin typeface="Arial"/>
            </a:endParaRPr>
          </a:p>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List of the difficulties faced during the project and how they were solved or mitigated</a:t>
            </a:r>
            <a:endParaRPr b="0" lang="pt-BR" sz="1800" spc="-1" strike="noStrike">
              <a:solidFill>
                <a:srgbClr val="000000"/>
              </a:solidFill>
              <a:latin typeface="Arial"/>
            </a:endParaRPr>
          </a:p>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List the improvements that can be made in the future</a:t>
            </a:r>
            <a:endParaRPr b="0" lang="pt-BR" sz="1800" spc="-1" strike="noStrike">
              <a:solidFill>
                <a:srgbClr val="000000"/>
              </a:solidFill>
              <a:latin typeface="Arial"/>
            </a:endParaRPr>
          </a:p>
        </p:txBody>
      </p:sp>
      <p:sp>
        <p:nvSpPr>
          <p:cNvPr id="81" name=""/>
          <p:cNvSpPr txBox="1"/>
          <p:nvPr/>
        </p:nvSpPr>
        <p:spPr>
          <a:xfrm>
            <a:off x="5760000" y="444960"/>
            <a:ext cx="3071880" cy="1175040"/>
          </a:xfrm>
          <a:prstGeom prst="rect">
            <a:avLst/>
          </a:prstGeom>
          <a:noFill/>
          <a:ln w="0">
            <a:noFill/>
          </a:ln>
        </p:spPr>
        <p:txBody>
          <a:bodyPr lIns="90000" rIns="90000" tIns="45000" bIns="45000" anchor="t">
            <a:noAutofit/>
          </a:bodyPr>
          <a:p>
            <a:r>
              <a:rPr b="0" lang="pt-BR" sz="1800" spc="-1" strike="noStrike">
                <a:solidFill>
                  <a:srgbClr val="000000"/>
                </a:solidFill>
                <a:latin typeface="Arial"/>
              </a:rPr>
              <a:t>****FAZER ESSA PARTE****</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311760" y="444960"/>
            <a:ext cx="8520120" cy="6127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Old Standard TT"/>
                <a:ea typeface="Old Standard TT"/>
              </a:rPr>
              <a:t>References</a:t>
            </a:r>
            <a:endParaRPr b="0" lang="pt-BR" sz="3000" spc="-1" strike="noStrike">
              <a:solidFill>
                <a:srgbClr val="000000"/>
              </a:solidFill>
              <a:latin typeface="Arial"/>
            </a:endParaRPr>
          </a:p>
        </p:txBody>
      </p:sp>
      <p:sp>
        <p:nvSpPr>
          <p:cNvPr id="83" name="PlaceHolder 2"/>
          <p:cNvSpPr>
            <a:spLocks noGrp="1"/>
          </p:cNvSpPr>
          <p:nvPr>
            <p:ph/>
          </p:nvPr>
        </p:nvSpPr>
        <p:spPr>
          <a:xfrm>
            <a:off x="311760" y="1171440"/>
            <a:ext cx="8520120" cy="3396960"/>
          </a:xfrm>
          <a:prstGeom prst="rect">
            <a:avLst/>
          </a:prstGeom>
          <a:noFill/>
          <a:ln w="0">
            <a:noFill/>
          </a:ln>
        </p:spPr>
        <p:txBody>
          <a:bodyPr lIns="91440" rIns="91440" tIns="91440" bIns="91440" anchor="ctr">
            <a:normAutofit/>
          </a:bodyPr>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Only the references cited in the slides</a:t>
            </a:r>
            <a:endParaRPr b="0" lang="pt-BR" sz="1800" spc="-1" strike="noStrike">
              <a:solidFill>
                <a:srgbClr val="000000"/>
              </a:solidFill>
              <a:latin typeface="Arial"/>
            </a:endParaRPr>
          </a:p>
          <a:p>
            <a:pPr marL="457200" indent="-343080">
              <a:lnSpc>
                <a:spcPct val="115000"/>
              </a:lnSpc>
              <a:buClr>
                <a:srgbClr val="000000"/>
              </a:buClr>
              <a:buFont typeface="Old Standard TT"/>
              <a:buChar char="●"/>
            </a:pPr>
            <a:r>
              <a:rPr b="0" lang="en" sz="1800" spc="-1" strike="noStrike">
                <a:solidFill>
                  <a:schemeClr val="dk1"/>
                </a:solidFill>
                <a:latin typeface="Old Standard TT"/>
                <a:ea typeface="Old Standard TT"/>
              </a:rPr>
              <a:t>Formatt them using ABNT rules</a:t>
            </a:r>
            <a:endParaRPr b="0" lang="pt-BR" sz="1800" spc="-1" strike="noStrike">
              <a:solidFill>
                <a:srgbClr val="000000"/>
              </a:solidFill>
              <a:latin typeface="Arial"/>
            </a:endParaRPr>
          </a:p>
        </p:txBody>
      </p:sp>
      <p:sp>
        <p:nvSpPr>
          <p:cNvPr id="84" name=""/>
          <p:cNvSpPr txBox="1"/>
          <p:nvPr/>
        </p:nvSpPr>
        <p:spPr>
          <a:xfrm>
            <a:off x="3060000" y="1440000"/>
            <a:ext cx="4320000" cy="540000"/>
          </a:xfrm>
          <a:prstGeom prst="rect">
            <a:avLst/>
          </a:prstGeom>
          <a:noFill/>
          <a:ln w="0">
            <a:noFill/>
          </a:ln>
        </p:spPr>
        <p:txBody>
          <a:bodyPr lIns="90000" rIns="90000" tIns="45000" bIns="45000" anchor="t">
            <a:noAutofit/>
          </a:bodyPr>
          <a:p>
            <a:r>
              <a:rPr b="0" lang="pt-BR" sz="1800" spc="-1" strike="noStrike">
                <a:solidFill>
                  <a:srgbClr val="000000"/>
                </a:solidFill>
                <a:latin typeface="Arial"/>
              </a:rPr>
              <a:t>*****FAZER ESSA PARTE ********</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14</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pt-BR</dc:language>
  <cp:lastModifiedBy/>
  <dcterms:modified xsi:type="dcterms:W3CDTF">2025-11-05T07:15:38Z</dcterms:modified>
  <cp:revision>4</cp:revision>
  <dc:subject/>
  <dc:title/>
</cp:coreProperties>
</file>